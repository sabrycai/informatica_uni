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9.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8.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1.xml" ContentType="application/vnd.openxmlformats-officedocument.presentationml.notesSlid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3.xml" ContentType="application/vnd.openxmlformats-officedocument.theme+xml"/>
  <Override PartName="/ppt/theme/theme2.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3"/>
  </p:notesMasterIdLst>
  <p:sldIdLst>
    <p:sldId id="321" r:id="rId3"/>
    <p:sldId id="319" r:id="rId4"/>
    <p:sldId id="323" r:id="rId5"/>
    <p:sldId id="324" r:id="rId6"/>
    <p:sldId id="325" r:id="rId7"/>
    <p:sldId id="326" r:id="rId8"/>
    <p:sldId id="327" r:id="rId9"/>
    <p:sldId id="256" r:id="rId10"/>
    <p:sldId id="257" r:id="rId11"/>
    <p:sldId id="258" r:id="rId12"/>
    <p:sldId id="259" r:id="rId13"/>
    <p:sldId id="322" r:id="rId14"/>
    <p:sldId id="284" r:id="rId15"/>
    <p:sldId id="309" r:id="rId16"/>
    <p:sldId id="311" r:id="rId17"/>
    <p:sldId id="312" r:id="rId18"/>
    <p:sldId id="313" r:id="rId19"/>
    <p:sldId id="314" r:id="rId20"/>
    <p:sldId id="315" r:id="rId21"/>
    <p:sldId id="318" r:id="rId22"/>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0921" autoAdjust="0"/>
  </p:normalViewPr>
  <p:slideViewPr>
    <p:cSldViewPr snapToGrid="0">
      <p:cViewPr varScale="1">
        <p:scale>
          <a:sx n="85" d="100"/>
          <a:sy n="85" d="100"/>
        </p:scale>
        <p:origin x="59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customXml" Target="../customXml/item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 Id="rId30"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A493A2-DF13-4115-97E7-C6035F4116CB}" type="datetimeFigureOut">
              <a:rPr lang="it-IT" smtClean="0"/>
              <a:t>27/04/2026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E4C47E-9652-49FD-81BB-9E5D2317455D}" type="slidenum">
              <a:rPr lang="it-IT" smtClean="0"/>
              <a:t>‹N›</a:t>
            </a:fld>
            <a:endParaRPr lang="it-IT"/>
          </a:p>
        </p:txBody>
      </p:sp>
    </p:spTree>
    <p:extLst>
      <p:ext uri="{BB962C8B-B14F-4D97-AF65-F5344CB8AC3E}">
        <p14:creationId xmlns:p14="http://schemas.microsoft.com/office/powerpoint/2010/main" val="37551803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5</a:t>
            </a:fld>
            <a:endParaRPr lang="it-IT"/>
          </a:p>
        </p:txBody>
      </p:sp>
    </p:spTree>
    <p:extLst>
      <p:ext uri="{BB962C8B-B14F-4D97-AF65-F5344CB8AC3E}">
        <p14:creationId xmlns:p14="http://schemas.microsoft.com/office/powerpoint/2010/main" val="41785594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6</a:t>
            </a:fld>
            <a:endParaRPr lang="it-IT"/>
          </a:p>
        </p:txBody>
      </p:sp>
    </p:spTree>
    <p:extLst>
      <p:ext uri="{BB962C8B-B14F-4D97-AF65-F5344CB8AC3E}">
        <p14:creationId xmlns:p14="http://schemas.microsoft.com/office/powerpoint/2010/main" val="42063844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7</a:t>
            </a:fld>
            <a:endParaRPr lang="it-IT"/>
          </a:p>
        </p:txBody>
      </p:sp>
    </p:spTree>
    <p:extLst>
      <p:ext uri="{BB962C8B-B14F-4D97-AF65-F5344CB8AC3E}">
        <p14:creationId xmlns:p14="http://schemas.microsoft.com/office/powerpoint/2010/main" val="36318853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16</a:t>
            </a:fld>
            <a:endParaRPr lang="it-IT"/>
          </a:p>
        </p:txBody>
      </p:sp>
    </p:spTree>
    <p:extLst>
      <p:ext uri="{BB962C8B-B14F-4D97-AF65-F5344CB8AC3E}">
        <p14:creationId xmlns:p14="http://schemas.microsoft.com/office/powerpoint/2010/main" val="38287932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E6E4C47E-9652-49FD-81BB-9E5D2317455D}" type="slidenum">
              <a:rPr lang="it-IT" smtClean="0"/>
              <a:t>20</a:t>
            </a:fld>
            <a:endParaRPr lang="it-IT"/>
          </a:p>
        </p:txBody>
      </p:sp>
    </p:spTree>
    <p:extLst>
      <p:ext uri="{BB962C8B-B14F-4D97-AF65-F5344CB8AC3E}">
        <p14:creationId xmlns:p14="http://schemas.microsoft.com/office/powerpoint/2010/main" val="20022460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A368837-5288-47E5-A833-E3E3519B3F9F}"/>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E578F856-4B6A-4ED6-A203-1BE5896FF8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9D2E2E7D-4CA7-43C7-A807-ECCE44C5A945}"/>
              </a:ext>
            </a:extLst>
          </p:cNvPr>
          <p:cNvSpPr>
            <a:spLocks noGrp="1"/>
          </p:cNvSpPr>
          <p:nvPr>
            <p:ph type="dt" sz="half" idx="10"/>
          </p:nvPr>
        </p:nvSpPr>
        <p:spPr/>
        <p:txBody>
          <a:bodyPr/>
          <a:lstStyle/>
          <a:p>
            <a:fld id="{D9C443A6-83DC-4856-A11D-DBC81456071D}" type="datetimeFigureOut">
              <a:rPr lang="it-IT" smtClean="0"/>
              <a:t>27/04/2026</a:t>
            </a:fld>
            <a:endParaRPr lang="it-IT"/>
          </a:p>
        </p:txBody>
      </p:sp>
      <p:sp>
        <p:nvSpPr>
          <p:cNvPr id="5" name="Segnaposto piè di pagina 4">
            <a:extLst>
              <a:ext uri="{FF2B5EF4-FFF2-40B4-BE49-F238E27FC236}">
                <a16:creationId xmlns:a16="http://schemas.microsoft.com/office/drawing/2014/main" id="{DDDA2F36-3038-4040-8483-E73ACE0AD135}"/>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BFE94B57-E4E9-4A8F-98E3-0E51EC1A2152}"/>
              </a:ext>
            </a:extLst>
          </p:cNvPr>
          <p:cNvSpPr>
            <a:spLocks noGrp="1"/>
          </p:cNvSpPr>
          <p:nvPr>
            <p:ph type="sldNum" sz="quarter" idx="12"/>
          </p:nvPr>
        </p:nvSpPr>
        <p:spPr/>
        <p:txBody>
          <a:bodyPr/>
          <a:lstStyle/>
          <a:p>
            <a:fld id="{806D4672-51B9-4845-9E81-C2365497E07A}" type="slidenum">
              <a:rPr lang="it-IT" smtClean="0"/>
              <a:t>‹N›</a:t>
            </a:fld>
            <a:endParaRPr lang="it-IT"/>
          </a:p>
        </p:txBody>
      </p:sp>
    </p:spTree>
    <p:extLst>
      <p:ext uri="{BB962C8B-B14F-4D97-AF65-F5344CB8AC3E}">
        <p14:creationId xmlns:p14="http://schemas.microsoft.com/office/powerpoint/2010/main" val="22910122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63C5775-AB0F-46CE-BA22-390245003B75}"/>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B16510D4-E73D-451E-B48E-4BCA9307FB89}"/>
              </a:ext>
            </a:extLst>
          </p:cNvPr>
          <p:cNvSpPr>
            <a:spLocks noGrp="1"/>
          </p:cNvSpPr>
          <p:nvPr>
            <p:ph idx="1"/>
          </p:nvPr>
        </p:nvSpPr>
        <p:spPr/>
        <p:txBody>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633BDE66-140A-4845-B713-0276F509A865}"/>
              </a:ext>
            </a:extLst>
          </p:cNvPr>
          <p:cNvSpPr>
            <a:spLocks noGrp="1"/>
          </p:cNvSpPr>
          <p:nvPr>
            <p:ph type="dt" sz="half" idx="10"/>
          </p:nvPr>
        </p:nvSpPr>
        <p:spPr/>
        <p:txBody>
          <a:bodyPr/>
          <a:lstStyle/>
          <a:p>
            <a:fld id="{D9C443A6-83DC-4856-A11D-DBC81456071D}" type="datetimeFigureOut">
              <a:rPr lang="it-IT" smtClean="0"/>
              <a:t>27/04/2026</a:t>
            </a:fld>
            <a:endParaRPr lang="it-IT"/>
          </a:p>
        </p:txBody>
      </p:sp>
      <p:sp>
        <p:nvSpPr>
          <p:cNvPr id="5" name="Segnaposto piè di pagina 4">
            <a:extLst>
              <a:ext uri="{FF2B5EF4-FFF2-40B4-BE49-F238E27FC236}">
                <a16:creationId xmlns:a16="http://schemas.microsoft.com/office/drawing/2014/main" id="{E6E24D9D-DAFA-4623-B545-D642CCCC5BA7}"/>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D60DE184-B902-425B-B1B1-979C12A8FE64}"/>
              </a:ext>
            </a:extLst>
          </p:cNvPr>
          <p:cNvSpPr>
            <a:spLocks noGrp="1"/>
          </p:cNvSpPr>
          <p:nvPr>
            <p:ph type="sldNum" sz="quarter" idx="12"/>
          </p:nvPr>
        </p:nvSpPr>
        <p:spPr/>
        <p:txBody>
          <a:bodyPr/>
          <a:lstStyle/>
          <a:p>
            <a:fld id="{806D4672-51B9-4845-9E81-C2365497E07A}" type="slidenum">
              <a:rPr lang="it-IT" smtClean="0"/>
              <a:t>‹N›</a:t>
            </a:fld>
            <a:endParaRPr lang="it-IT"/>
          </a:p>
        </p:txBody>
      </p:sp>
    </p:spTree>
    <p:extLst>
      <p:ext uri="{BB962C8B-B14F-4D97-AF65-F5344CB8AC3E}">
        <p14:creationId xmlns:p14="http://schemas.microsoft.com/office/powerpoint/2010/main" val="3412290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E8EE8D5-3730-4DBD-A749-781D78790113}"/>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5FCE7788-352D-48DD-84A7-D04E87F33B1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Modifica gli stili del testo dello schema</a:t>
            </a:r>
          </a:p>
        </p:txBody>
      </p:sp>
      <p:sp>
        <p:nvSpPr>
          <p:cNvPr id="4" name="Segnaposto data 3">
            <a:extLst>
              <a:ext uri="{FF2B5EF4-FFF2-40B4-BE49-F238E27FC236}">
                <a16:creationId xmlns:a16="http://schemas.microsoft.com/office/drawing/2014/main" id="{9B2F352B-5879-4EE4-AC7E-A224962B15A2}"/>
              </a:ext>
            </a:extLst>
          </p:cNvPr>
          <p:cNvSpPr>
            <a:spLocks noGrp="1"/>
          </p:cNvSpPr>
          <p:nvPr>
            <p:ph type="dt" sz="half" idx="10"/>
          </p:nvPr>
        </p:nvSpPr>
        <p:spPr/>
        <p:txBody>
          <a:bodyPr/>
          <a:lstStyle/>
          <a:p>
            <a:fld id="{D9C443A6-83DC-4856-A11D-DBC81456071D}" type="datetimeFigureOut">
              <a:rPr lang="it-IT" smtClean="0"/>
              <a:t>27/04/2026</a:t>
            </a:fld>
            <a:endParaRPr lang="it-IT"/>
          </a:p>
        </p:txBody>
      </p:sp>
      <p:sp>
        <p:nvSpPr>
          <p:cNvPr id="5" name="Segnaposto piè di pagina 4">
            <a:extLst>
              <a:ext uri="{FF2B5EF4-FFF2-40B4-BE49-F238E27FC236}">
                <a16:creationId xmlns:a16="http://schemas.microsoft.com/office/drawing/2014/main" id="{FC5737B0-274F-4323-84A7-A6C6B1392D84}"/>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0F05AE5D-D98A-45E6-85CE-458A4503130F}"/>
              </a:ext>
            </a:extLst>
          </p:cNvPr>
          <p:cNvSpPr>
            <a:spLocks noGrp="1"/>
          </p:cNvSpPr>
          <p:nvPr>
            <p:ph type="sldNum" sz="quarter" idx="12"/>
          </p:nvPr>
        </p:nvSpPr>
        <p:spPr/>
        <p:txBody>
          <a:bodyPr/>
          <a:lstStyle/>
          <a:p>
            <a:fld id="{806D4672-51B9-4845-9E81-C2365497E07A}" type="slidenum">
              <a:rPr lang="it-IT" smtClean="0"/>
              <a:t>‹N›</a:t>
            </a:fld>
            <a:endParaRPr lang="it-IT"/>
          </a:p>
        </p:txBody>
      </p:sp>
    </p:spTree>
    <p:extLst>
      <p:ext uri="{BB962C8B-B14F-4D97-AF65-F5344CB8AC3E}">
        <p14:creationId xmlns:p14="http://schemas.microsoft.com/office/powerpoint/2010/main" val="38608219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364C420-186E-4B94-972B-7ABA8E9B8272}"/>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724CD84D-C174-499D-8E8F-0D392E00B6A1}"/>
              </a:ext>
            </a:extLst>
          </p:cNvPr>
          <p:cNvSpPr>
            <a:spLocks noGrp="1"/>
          </p:cNvSpPr>
          <p:nvPr>
            <p:ph sz="half" idx="1"/>
          </p:nvPr>
        </p:nvSpPr>
        <p:spPr>
          <a:xfrm>
            <a:off x="838200" y="1825625"/>
            <a:ext cx="5181600" cy="4351338"/>
          </a:xfrm>
        </p:spPr>
        <p:txBody>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B3F88DA7-AFF0-426E-820B-3C838D5B8280}"/>
              </a:ext>
            </a:extLst>
          </p:cNvPr>
          <p:cNvSpPr>
            <a:spLocks noGrp="1"/>
          </p:cNvSpPr>
          <p:nvPr>
            <p:ph sz="half" idx="2"/>
          </p:nvPr>
        </p:nvSpPr>
        <p:spPr>
          <a:xfrm>
            <a:off x="6172200" y="1825625"/>
            <a:ext cx="5181600" cy="4351338"/>
          </a:xfrm>
        </p:spPr>
        <p:txBody>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FC0A725E-7EF5-4915-831C-C0F2F5E682BA}"/>
              </a:ext>
            </a:extLst>
          </p:cNvPr>
          <p:cNvSpPr>
            <a:spLocks noGrp="1"/>
          </p:cNvSpPr>
          <p:nvPr>
            <p:ph type="dt" sz="half" idx="10"/>
          </p:nvPr>
        </p:nvSpPr>
        <p:spPr/>
        <p:txBody>
          <a:bodyPr/>
          <a:lstStyle/>
          <a:p>
            <a:fld id="{D9C443A6-83DC-4856-A11D-DBC81456071D}" type="datetimeFigureOut">
              <a:rPr lang="it-IT" smtClean="0"/>
              <a:t>27/04/2026</a:t>
            </a:fld>
            <a:endParaRPr lang="it-IT"/>
          </a:p>
        </p:txBody>
      </p:sp>
      <p:sp>
        <p:nvSpPr>
          <p:cNvPr id="6" name="Segnaposto piè di pagina 5">
            <a:extLst>
              <a:ext uri="{FF2B5EF4-FFF2-40B4-BE49-F238E27FC236}">
                <a16:creationId xmlns:a16="http://schemas.microsoft.com/office/drawing/2014/main" id="{9CD361F0-0898-40D5-BF49-830517AD9B9F}"/>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D34E2330-B793-45D4-B81A-4E306F5F5826}"/>
              </a:ext>
            </a:extLst>
          </p:cNvPr>
          <p:cNvSpPr>
            <a:spLocks noGrp="1"/>
          </p:cNvSpPr>
          <p:nvPr>
            <p:ph type="sldNum" sz="quarter" idx="12"/>
          </p:nvPr>
        </p:nvSpPr>
        <p:spPr/>
        <p:txBody>
          <a:bodyPr/>
          <a:lstStyle/>
          <a:p>
            <a:fld id="{806D4672-51B9-4845-9E81-C2365497E07A}" type="slidenum">
              <a:rPr lang="it-IT" smtClean="0"/>
              <a:t>‹N›</a:t>
            </a:fld>
            <a:endParaRPr lang="it-IT"/>
          </a:p>
        </p:txBody>
      </p:sp>
    </p:spTree>
    <p:extLst>
      <p:ext uri="{BB962C8B-B14F-4D97-AF65-F5344CB8AC3E}">
        <p14:creationId xmlns:p14="http://schemas.microsoft.com/office/powerpoint/2010/main" val="15685933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1BB5F04-31DF-43EB-956B-4EAC3EBEC2FD}"/>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53D81060-765D-41DE-A86C-916CE0295E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Modifica gli stili del testo dello schema</a:t>
            </a:r>
          </a:p>
        </p:txBody>
      </p:sp>
      <p:sp>
        <p:nvSpPr>
          <p:cNvPr id="4" name="Segnaposto contenuto 3">
            <a:extLst>
              <a:ext uri="{FF2B5EF4-FFF2-40B4-BE49-F238E27FC236}">
                <a16:creationId xmlns:a16="http://schemas.microsoft.com/office/drawing/2014/main" id="{A88A0D31-EDD4-4372-A8C7-6343D7C4FD84}"/>
              </a:ext>
            </a:extLst>
          </p:cNvPr>
          <p:cNvSpPr>
            <a:spLocks noGrp="1"/>
          </p:cNvSpPr>
          <p:nvPr>
            <p:ph sz="half" idx="2"/>
          </p:nvPr>
        </p:nvSpPr>
        <p:spPr>
          <a:xfrm>
            <a:off x="839788" y="2505075"/>
            <a:ext cx="5157787" cy="3684588"/>
          </a:xfrm>
        </p:spPr>
        <p:txBody>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07D0FA69-B712-46BC-9393-03F759648D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Modifica gli stili del testo dello schema</a:t>
            </a:r>
          </a:p>
        </p:txBody>
      </p:sp>
      <p:sp>
        <p:nvSpPr>
          <p:cNvPr id="6" name="Segnaposto contenuto 5">
            <a:extLst>
              <a:ext uri="{FF2B5EF4-FFF2-40B4-BE49-F238E27FC236}">
                <a16:creationId xmlns:a16="http://schemas.microsoft.com/office/drawing/2014/main" id="{E55F1BD7-4DCA-4EB9-A453-353920514E1B}"/>
              </a:ext>
            </a:extLst>
          </p:cNvPr>
          <p:cNvSpPr>
            <a:spLocks noGrp="1"/>
          </p:cNvSpPr>
          <p:nvPr>
            <p:ph sz="quarter" idx="4"/>
          </p:nvPr>
        </p:nvSpPr>
        <p:spPr>
          <a:xfrm>
            <a:off x="6172200" y="2505075"/>
            <a:ext cx="5183188" cy="3684588"/>
          </a:xfrm>
        </p:spPr>
        <p:txBody>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831EA687-BCAD-4D59-9B5A-A8C15BB78591}"/>
              </a:ext>
            </a:extLst>
          </p:cNvPr>
          <p:cNvSpPr>
            <a:spLocks noGrp="1"/>
          </p:cNvSpPr>
          <p:nvPr>
            <p:ph type="dt" sz="half" idx="10"/>
          </p:nvPr>
        </p:nvSpPr>
        <p:spPr/>
        <p:txBody>
          <a:bodyPr/>
          <a:lstStyle/>
          <a:p>
            <a:fld id="{D9C443A6-83DC-4856-A11D-DBC81456071D}" type="datetimeFigureOut">
              <a:rPr lang="it-IT" smtClean="0"/>
              <a:t>27/04/2026</a:t>
            </a:fld>
            <a:endParaRPr lang="it-IT"/>
          </a:p>
        </p:txBody>
      </p:sp>
      <p:sp>
        <p:nvSpPr>
          <p:cNvPr id="8" name="Segnaposto piè di pagina 7">
            <a:extLst>
              <a:ext uri="{FF2B5EF4-FFF2-40B4-BE49-F238E27FC236}">
                <a16:creationId xmlns:a16="http://schemas.microsoft.com/office/drawing/2014/main" id="{D6B3CED9-8688-43D0-98F1-E8E3D189D57B}"/>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5B00C7AF-27C8-4F0A-BC21-05660E2FE13A}"/>
              </a:ext>
            </a:extLst>
          </p:cNvPr>
          <p:cNvSpPr>
            <a:spLocks noGrp="1"/>
          </p:cNvSpPr>
          <p:nvPr>
            <p:ph type="sldNum" sz="quarter" idx="12"/>
          </p:nvPr>
        </p:nvSpPr>
        <p:spPr/>
        <p:txBody>
          <a:bodyPr/>
          <a:lstStyle/>
          <a:p>
            <a:fld id="{806D4672-51B9-4845-9E81-C2365497E07A}" type="slidenum">
              <a:rPr lang="it-IT" smtClean="0"/>
              <a:t>‹N›</a:t>
            </a:fld>
            <a:endParaRPr lang="it-IT"/>
          </a:p>
        </p:txBody>
      </p:sp>
    </p:spTree>
    <p:extLst>
      <p:ext uri="{BB962C8B-B14F-4D97-AF65-F5344CB8AC3E}">
        <p14:creationId xmlns:p14="http://schemas.microsoft.com/office/powerpoint/2010/main" val="11962441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A02E6E2-3353-4A3A-8B2C-BDACE1973B93}"/>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6D8C5F73-F032-4CC9-B247-78BA3D9E0810}"/>
              </a:ext>
            </a:extLst>
          </p:cNvPr>
          <p:cNvSpPr>
            <a:spLocks noGrp="1"/>
          </p:cNvSpPr>
          <p:nvPr>
            <p:ph type="dt" sz="half" idx="10"/>
          </p:nvPr>
        </p:nvSpPr>
        <p:spPr/>
        <p:txBody>
          <a:bodyPr/>
          <a:lstStyle/>
          <a:p>
            <a:fld id="{D9C443A6-83DC-4856-A11D-DBC81456071D}" type="datetimeFigureOut">
              <a:rPr lang="it-IT" smtClean="0"/>
              <a:t>27/04/2026</a:t>
            </a:fld>
            <a:endParaRPr lang="it-IT"/>
          </a:p>
        </p:txBody>
      </p:sp>
      <p:sp>
        <p:nvSpPr>
          <p:cNvPr id="4" name="Segnaposto piè di pagina 3">
            <a:extLst>
              <a:ext uri="{FF2B5EF4-FFF2-40B4-BE49-F238E27FC236}">
                <a16:creationId xmlns:a16="http://schemas.microsoft.com/office/drawing/2014/main" id="{8D635235-9FE9-4CEF-87A0-F66DC6DEEB16}"/>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47B71705-86F9-4116-8F32-A13CE56CEE90}"/>
              </a:ext>
            </a:extLst>
          </p:cNvPr>
          <p:cNvSpPr>
            <a:spLocks noGrp="1"/>
          </p:cNvSpPr>
          <p:nvPr>
            <p:ph type="sldNum" sz="quarter" idx="12"/>
          </p:nvPr>
        </p:nvSpPr>
        <p:spPr/>
        <p:txBody>
          <a:bodyPr/>
          <a:lstStyle/>
          <a:p>
            <a:fld id="{806D4672-51B9-4845-9E81-C2365497E07A}" type="slidenum">
              <a:rPr lang="it-IT" smtClean="0"/>
              <a:t>‹N›</a:t>
            </a:fld>
            <a:endParaRPr lang="it-IT"/>
          </a:p>
        </p:txBody>
      </p:sp>
    </p:spTree>
    <p:extLst>
      <p:ext uri="{BB962C8B-B14F-4D97-AF65-F5344CB8AC3E}">
        <p14:creationId xmlns:p14="http://schemas.microsoft.com/office/powerpoint/2010/main" val="1976628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BC8D9CB1-8F78-4C37-AD0A-B492C0678076}"/>
              </a:ext>
            </a:extLst>
          </p:cNvPr>
          <p:cNvSpPr>
            <a:spLocks noGrp="1"/>
          </p:cNvSpPr>
          <p:nvPr>
            <p:ph type="dt" sz="half" idx="10"/>
          </p:nvPr>
        </p:nvSpPr>
        <p:spPr/>
        <p:txBody>
          <a:bodyPr/>
          <a:lstStyle/>
          <a:p>
            <a:fld id="{D9C443A6-83DC-4856-A11D-DBC81456071D}" type="datetimeFigureOut">
              <a:rPr lang="it-IT" smtClean="0"/>
              <a:t>27/04/2026</a:t>
            </a:fld>
            <a:endParaRPr lang="it-IT"/>
          </a:p>
        </p:txBody>
      </p:sp>
      <p:sp>
        <p:nvSpPr>
          <p:cNvPr id="3" name="Segnaposto piè di pagina 2">
            <a:extLst>
              <a:ext uri="{FF2B5EF4-FFF2-40B4-BE49-F238E27FC236}">
                <a16:creationId xmlns:a16="http://schemas.microsoft.com/office/drawing/2014/main" id="{9B540092-6ABE-420D-A902-021F6538AAD4}"/>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ABBE8BC9-4090-4683-B534-3818804D7780}"/>
              </a:ext>
            </a:extLst>
          </p:cNvPr>
          <p:cNvSpPr>
            <a:spLocks noGrp="1"/>
          </p:cNvSpPr>
          <p:nvPr>
            <p:ph type="sldNum" sz="quarter" idx="12"/>
          </p:nvPr>
        </p:nvSpPr>
        <p:spPr/>
        <p:txBody>
          <a:bodyPr/>
          <a:lstStyle/>
          <a:p>
            <a:fld id="{806D4672-51B9-4845-9E81-C2365497E07A}" type="slidenum">
              <a:rPr lang="it-IT" smtClean="0"/>
              <a:t>‹N›</a:t>
            </a:fld>
            <a:endParaRPr lang="it-IT"/>
          </a:p>
        </p:txBody>
      </p:sp>
    </p:spTree>
    <p:extLst>
      <p:ext uri="{BB962C8B-B14F-4D97-AF65-F5344CB8AC3E}">
        <p14:creationId xmlns:p14="http://schemas.microsoft.com/office/powerpoint/2010/main" val="19847719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BC9FB83-FA33-45B9-BFEC-D5C829B778FB}"/>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AB1EF28E-23D5-4DBB-A827-4D40FAE85F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7D0A8C9A-3FD8-41BC-B0D6-BABC43A0C4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Modifica gli stili del testo dello schema</a:t>
            </a:r>
          </a:p>
        </p:txBody>
      </p:sp>
      <p:sp>
        <p:nvSpPr>
          <p:cNvPr id="5" name="Segnaposto data 4">
            <a:extLst>
              <a:ext uri="{FF2B5EF4-FFF2-40B4-BE49-F238E27FC236}">
                <a16:creationId xmlns:a16="http://schemas.microsoft.com/office/drawing/2014/main" id="{E961658A-27D5-4587-9A78-FA2704CEDA40}"/>
              </a:ext>
            </a:extLst>
          </p:cNvPr>
          <p:cNvSpPr>
            <a:spLocks noGrp="1"/>
          </p:cNvSpPr>
          <p:nvPr>
            <p:ph type="dt" sz="half" idx="10"/>
          </p:nvPr>
        </p:nvSpPr>
        <p:spPr/>
        <p:txBody>
          <a:bodyPr/>
          <a:lstStyle/>
          <a:p>
            <a:fld id="{D9C443A6-83DC-4856-A11D-DBC81456071D}" type="datetimeFigureOut">
              <a:rPr lang="it-IT" smtClean="0"/>
              <a:t>27/04/2026</a:t>
            </a:fld>
            <a:endParaRPr lang="it-IT"/>
          </a:p>
        </p:txBody>
      </p:sp>
      <p:sp>
        <p:nvSpPr>
          <p:cNvPr id="6" name="Segnaposto piè di pagina 5">
            <a:extLst>
              <a:ext uri="{FF2B5EF4-FFF2-40B4-BE49-F238E27FC236}">
                <a16:creationId xmlns:a16="http://schemas.microsoft.com/office/drawing/2014/main" id="{6D43C08F-25A8-451C-9502-B6C2C852C377}"/>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F7D59952-49F9-4D6B-83B0-AE52CF3FB1B5}"/>
              </a:ext>
            </a:extLst>
          </p:cNvPr>
          <p:cNvSpPr>
            <a:spLocks noGrp="1"/>
          </p:cNvSpPr>
          <p:nvPr>
            <p:ph type="sldNum" sz="quarter" idx="12"/>
          </p:nvPr>
        </p:nvSpPr>
        <p:spPr/>
        <p:txBody>
          <a:bodyPr/>
          <a:lstStyle/>
          <a:p>
            <a:fld id="{806D4672-51B9-4845-9E81-C2365497E07A}" type="slidenum">
              <a:rPr lang="it-IT" smtClean="0"/>
              <a:t>‹N›</a:t>
            </a:fld>
            <a:endParaRPr lang="it-IT"/>
          </a:p>
        </p:txBody>
      </p:sp>
    </p:spTree>
    <p:extLst>
      <p:ext uri="{BB962C8B-B14F-4D97-AF65-F5344CB8AC3E}">
        <p14:creationId xmlns:p14="http://schemas.microsoft.com/office/powerpoint/2010/main" val="10732085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F2872A0-49A4-41AE-9158-785521A3E8A5}"/>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DF092E96-E1E5-4E7B-8169-7BDB7C6162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1C869C89-12CD-4FE1-A00B-CA7CB7DDFC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Modifica gli stili del testo dello schema</a:t>
            </a:r>
          </a:p>
        </p:txBody>
      </p:sp>
      <p:sp>
        <p:nvSpPr>
          <p:cNvPr id="5" name="Segnaposto data 4">
            <a:extLst>
              <a:ext uri="{FF2B5EF4-FFF2-40B4-BE49-F238E27FC236}">
                <a16:creationId xmlns:a16="http://schemas.microsoft.com/office/drawing/2014/main" id="{1C84C2D0-BE17-4C01-81C6-72CF033D2797}"/>
              </a:ext>
            </a:extLst>
          </p:cNvPr>
          <p:cNvSpPr>
            <a:spLocks noGrp="1"/>
          </p:cNvSpPr>
          <p:nvPr>
            <p:ph type="dt" sz="half" idx="10"/>
          </p:nvPr>
        </p:nvSpPr>
        <p:spPr/>
        <p:txBody>
          <a:bodyPr/>
          <a:lstStyle/>
          <a:p>
            <a:fld id="{D9C443A6-83DC-4856-A11D-DBC81456071D}" type="datetimeFigureOut">
              <a:rPr lang="it-IT" smtClean="0"/>
              <a:t>27/04/2026</a:t>
            </a:fld>
            <a:endParaRPr lang="it-IT"/>
          </a:p>
        </p:txBody>
      </p:sp>
      <p:sp>
        <p:nvSpPr>
          <p:cNvPr id="6" name="Segnaposto piè di pagina 5">
            <a:extLst>
              <a:ext uri="{FF2B5EF4-FFF2-40B4-BE49-F238E27FC236}">
                <a16:creationId xmlns:a16="http://schemas.microsoft.com/office/drawing/2014/main" id="{C752A295-24E9-4505-B8F6-F1E8AF0C99C6}"/>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1621BB4F-4DF6-41EF-9BAE-3593EECE76AA}"/>
              </a:ext>
            </a:extLst>
          </p:cNvPr>
          <p:cNvSpPr>
            <a:spLocks noGrp="1"/>
          </p:cNvSpPr>
          <p:nvPr>
            <p:ph type="sldNum" sz="quarter" idx="12"/>
          </p:nvPr>
        </p:nvSpPr>
        <p:spPr/>
        <p:txBody>
          <a:bodyPr/>
          <a:lstStyle/>
          <a:p>
            <a:fld id="{806D4672-51B9-4845-9E81-C2365497E07A}" type="slidenum">
              <a:rPr lang="it-IT" smtClean="0"/>
              <a:t>‹N›</a:t>
            </a:fld>
            <a:endParaRPr lang="it-IT"/>
          </a:p>
        </p:txBody>
      </p:sp>
    </p:spTree>
    <p:extLst>
      <p:ext uri="{BB962C8B-B14F-4D97-AF65-F5344CB8AC3E}">
        <p14:creationId xmlns:p14="http://schemas.microsoft.com/office/powerpoint/2010/main" val="24188018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8AA7206-1E15-48EB-9513-5090494FA5F8}"/>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752D3766-4530-4B58-BB58-6A7C97BDF323}"/>
              </a:ext>
            </a:extLst>
          </p:cNvPr>
          <p:cNvSpPr>
            <a:spLocks noGrp="1"/>
          </p:cNvSpPr>
          <p:nvPr>
            <p:ph type="body" orient="vert" idx="1"/>
          </p:nvPr>
        </p:nvSpPr>
        <p:spPr/>
        <p:txBody>
          <a:bodyPr vert="eaVert"/>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A7F698F9-B520-4001-8F4A-D067C36FF8F3}"/>
              </a:ext>
            </a:extLst>
          </p:cNvPr>
          <p:cNvSpPr>
            <a:spLocks noGrp="1"/>
          </p:cNvSpPr>
          <p:nvPr>
            <p:ph type="dt" sz="half" idx="10"/>
          </p:nvPr>
        </p:nvSpPr>
        <p:spPr/>
        <p:txBody>
          <a:bodyPr/>
          <a:lstStyle/>
          <a:p>
            <a:fld id="{D9C443A6-83DC-4856-A11D-DBC81456071D}" type="datetimeFigureOut">
              <a:rPr lang="it-IT" smtClean="0"/>
              <a:t>27/04/2026</a:t>
            </a:fld>
            <a:endParaRPr lang="it-IT"/>
          </a:p>
        </p:txBody>
      </p:sp>
      <p:sp>
        <p:nvSpPr>
          <p:cNvPr id="5" name="Segnaposto piè di pagina 4">
            <a:extLst>
              <a:ext uri="{FF2B5EF4-FFF2-40B4-BE49-F238E27FC236}">
                <a16:creationId xmlns:a16="http://schemas.microsoft.com/office/drawing/2014/main" id="{0CC86F44-2F84-43CF-9F7E-58E0AAF93FD3}"/>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2F506024-6409-4235-B64A-8715E416E4B6}"/>
              </a:ext>
            </a:extLst>
          </p:cNvPr>
          <p:cNvSpPr>
            <a:spLocks noGrp="1"/>
          </p:cNvSpPr>
          <p:nvPr>
            <p:ph type="sldNum" sz="quarter" idx="12"/>
          </p:nvPr>
        </p:nvSpPr>
        <p:spPr/>
        <p:txBody>
          <a:bodyPr/>
          <a:lstStyle/>
          <a:p>
            <a:fld id="{806D4672-51B9-4845-9E81-C2365497E07A}" type="slidenum">
              <a:rPr lang="it-IT" smtClean="0"/>
              <a:t>‹N›</a:t>
            </a:fld>
            <a:endParaRPr lang="it-IT"/>
          </a:p>
        </p:txBody>
      </p:sp>
    </p:spTree>
    <p:extLst>
      <p:ext uri="{BB962C8B-B14F-4D97-AF65-F5344CB8AC3E}">
        <p14:creationId xmlns:p14="http://schemas.microsoft.com/office/powerpoint/2010/main" val="34951434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DD73AA2F-F844-4B33-9D7A-65FF40BFA15E}"/>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813E856E-C78D-4558-A739-2748DE8F4005}"/>
              </a:ext>
            </a:extLst>
          </p:cNvPr>
          <p:cNvSpPr>
            <a:spLocks noGrp="1"/>
          </p:cNvSpPr>
          <p:nvPr>
            <p:ph type="body" orient="vert" idx="1"/>
          </p:nvPr>
        </p:nvSpPr>
        <p:spPr>
          <a:xfrm>
            <a:off x="838200" y="365125"/>
            <a:ext cx="7734300" cy="5811838"/>
          </a:xfrm>
        </p:spPr>
        <p:txBody>
          <a:bodyPr vert="eaVert"/>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4EB624E1-4E3E-47D6-A5D1-A0FF513C4FA8}"/>
              </a:ext>
            </a:extLst>
          </p:cNvPr>
          <p:cNvSpPr>
            <a:spLocks noGrp="1"/>
          </p:cNvSpPr>
          <p:nvPr>
            <p:ph type="dt" sz="half" idx="10"/>
          </p:nvPr>
        </p:nvSpPr>
        <p:spPr/>
        <p:txBody>
          <a:bodyPr/>
          <a:lstStyle/>
          <a:p>
            <a:fld id="{D9C443A6-83DC-4856-A11D-DBC81456071D}" type="datetimeFigureOut">
              <a:rPr lang="it-IT" smtClean="0"/>
              <a:t>27/04/2026</a:t>
            </a:fld>
            <a:endParaRPr lang="it-IT"/>
          </a:p>
        </p:txBody>
      </p:sp>
      <p:sp>
        <p:nvSpPr>
          <p:cNvPr id="5" name="Segnaposto piè di pagina 4">
            <a:extLst>
              <a:ext uri="{FF2B5EF4-FFF2-40B4-BE49-F238E27FC236}">
                <a16:creationId xmlns:a16="http://schemas.microsoft.com/office/drawing/2014/main" id="{7AA06D3C-62A8-410B-91E4-2670EFC563EC}"/>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CA8D0662-936B-4C63-9D2B-6BD61185BE9A}"/>
              </a:ext>
            </a:extLst>
          </p:cNvPr>
          <p:cNvSpPr>
            <a:spLocks noGrp="1"/>
          </p:cNvSpPr>
          <p:nvPr>
            <p:ph type="sldNum" sz="quarter" idx="12"/>
          </p:nvPr>
        </p:nvSpPr>
        <p:spPr/>
        <p:txBody>
          <a:bodyPr/>
          <a:lstStyle/>
          <a:p>
            <a:fld id="{806D4672-51B9-4845-9E81-C2365497E07A}" type="slidenum">
              <a:rPr lang="it-IT" smtClean="0"/>
              <a:t>‹N›</a:t>
            </a:fld>
            <a:endParaRPr lang="it-IT"/>
          </a:p>
        </p:txBody>
      </p:sp>
    </p:spTree>
    <p:extLst>
      <p:ext uri="{BB962C8B-B14F-4D97-AF65-F5344CB8AC3E}">
        <p14:creationId xmlns:p14="http://schemas.microsoft.com/office/powerpoint/2010/main" val="4471486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2255240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457200" y="1420283"/>
            <a:ext cx="5181600" cy="980017"/>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914400" y="2590800"/>
            <a:ext cx="4267200" cy="1168400"/>
          </a:xfrm>
          <a:prstGeom prst="rect">
            <a:avLst/>
          </a:prstGeom>
          <a:noFill/>
          <a:ln>
            <a:noFill/>
          </a:ln>
        </p:spPr>
        <p:txBody>
          <a:bodyPr spcFirstLastPara="1" wrap="square" lIns="91425" tIns="45700" rIns="91425" bIns="45700" anchor="t" anchorCtr="0">
            <a:normAutofit/>
          </a:bodyPr>
          <a:lstStyle>
            <a:lvl1pPr lvl="0" algn="ctr">
              <a:spcBef>
                <a:spcPts val="427"/>
              </a:spcBef>
              <a:spcAft>
                <a:spcPts val="0"/>
              </a:spcAft>
              <a:buClr>
                <a:srgbClr val="888888"/>
              </a:buClr>
              <a:buSzPts val="3200"/>
              <a:buNone/>
              <a:defRPr>
                <a:solidFill>
                  <a:srgbClr val="888888"/>
                </a:solidFill>
              </a:defRPr>
            </a:lvl1pPr>
            <a:lvl2pPr lvl="1" algn="ctr">
              <a:spcBef>
                <a:spcPts val="373"/>
              </a:spcBef>
              <a:spcAft>
                <a:spcPts val="0"/>
              </a:spcAft>
              <a:buClr>
                <a:srgbClr val="888888"/>
              </a:buClr>
              <a:buSzPts val="2800"/>
              <a:buNone/>
              <a:defRPr>
                <a:solidFill>
                  <a:srgbClr val="888888"/>
                </a:solidFill>
              </a:defRPr>
            </a:lvl2pPr>
            <a:lvl3pPr lvl="2" algn="ctr">
              <a:spcBef>
                <a:spcPts val="320"/>
              </a:spcBef>
              <a:spcAft>
                <a:spcPts val="0"/>
              </a:spcAft>
              <a:buClr>
                <a:srgbClr val="888888"/>
              </a:buClr>
              <a:buSzPts val="2400"/>
              <a:buNone/>
              <a:defRPr>
                <a:solidFill>
                  <a:srgbClr val="888888"/>
                </a:solidFill>
              </a:defRPr>
            </a:lvl3pPr>
            <a:lvl4pPr lvl="3" algn="ctr">
              <a:spcBef>
                <a:spcPts val="267"/>
              </a:spcBef>
              <a:spcAft>
                <a:spcPts val="0"/>
              </a:spcAft>
              <a:buClr>
                <a:srgbClr val="888888"/>
              </a:buClr>
              <a:buSzPts val="2000"/>
              <a:buNone/>
              <a:defRPr>
                <a:solidFill>
                  <a:srgbClr val="888888"/>
                </a:solidFill>
              </a:defRPr>
            </a:lvl4pPr>
            <a:lvl5pPr lvl="4" algn="ctr">
              <a:spcBef>
                <a:spcPts val="267"/>
              </a:spcBef>
              <a:spcAft>
                <a:spcPts val="0"/>
              </a:spcAft>
              <a:buClr>
                <a:srgbClr val="888888"/>
              </a:buClr>
              <a:buSzPts val="2000"/>
              <a:buNone/>
              <a:defRPr>
                <a:solidFill>
                  <a:srgbClr val="888888"/>
                </a:solidFill>
              </a:defRPr>
            </a:lvl5pPr>
            <a:lvl6pPr lvl="5" algn="ctr">
              <a:spcBef>
                <a:spcPts val="267"/>
              </a:spcBef>
              <a:spcAft>
                <a:spcPts val="0"/>
              </a:spcAft>
              <a:buClr>
                <a:srgbClr val="888888"/>
              </a:buClr>
              <a:buSzPts val="2000"/>
              <a:buNone/>
              <a:defRPr>
                <a:solidFill>
                  <a:srgbClr val="888888"/>
                </a:solidFill>
              </a:defRPr>
            </a:lvl6pPr>
            <a:lvl7pPr lvl="6" algn="ctr">
              <a:spcBef>
                <a:spcPts val="267"/>
              </a:spcBef>
              <a:spcAft>
                <a:spcPts val="0"/>
              </a:spcAft>
              <a:buClr>
                <a:srgbClr val="888888"/>
              </a:buClr>
              <a:buSzPts val="2000"/>
              <a:buNone/>
              <a:defRPr>
                <a:solidFill>
                  <a:srgbClr val="888888"/>
                </a:solidFill>
              </a:defRPr>
            </a:lvl7pPr>
            <a:lvl8pPr lvl="7" algn="ctr">
              <a:spcBef>
                <a:spcPts val="267"/>
              </a:spcBef>
              <a:spcAft>
                <a:spcPts val="0"/>
              </a:spcAft>
              <a:buClr>
                <a:srgbClr val="888888"/>
              </a:buClr>
              <a:buSzPts val="2000"/>
              <a:buNone/>
              <a:defRPr>
                <a:solidFill>
                  <a:srgbClr val="888888"/>
                </a:solidFill>
              </a:defRPr>
            </a:lvl8pPr>
            <a:lvl9pPr lvl="8" algn="ctr">
              <a:spcBef>
                <a:spcPts val="267"/>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18421017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481542" y="2937934"/>
            <a:ext cx="5181600" cy="90805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2667"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481542" y="1937809"/>
            <a:ext cx="5181600" cy="1000125"/>
          </a:xfrm>
          <a:prstGeom prst="rect">
            <a:avLst/>
          </a:prstGeom>
          <a:noFill/>
          <a:ln>
            <a:noFill/>
          </a:ln>
        </p:spPr>
        <p:txBody>
          <a:bodyPr spcFirstLastPara="1" wrap="square" lIns="91425" tIns="45700" rIns="91425" bIns="45700" anchor="b" anchorCtr="0">
            <a:normAutofit/>
          </a:bodyPr>
          <a:lstStyle>
            <a:lvl1pPr marL="304815" lvl="0" indent="-152408" algn="l">
              <a:spcBef>
                <a:spcPts val="267"/>
              </a:spcBef>
              <a:spcAft>
                <a:spcPts val="0"/>
              </a:spcAft>
              <a:buClr>
                <a:srgbClr val="888888"/>
              </a:buClr>
              <a:buSzPts val="2000"/>
              <a:buNone/>
              <a:defRPr sz="1333">
                <a:solidFill>
                  <a:srgbClr val="888888"/>
                </a:solidFill>
              </a:defRPr>
            </a:lvl1pPr>
            <a:lvl2pPr marL="609630" lvl="1" indent="-152408" algn="l">
              <a:spcBef>
                <a:spcPts val="240"/>
              </a:spcBef>
              <a:spcAft>
                <a:spcPts val="0"/>
              </a:spcAft>
              <a:buClr>
                <a:srgbClr val="888888"/>
              </a:buClr>
              <a:buSzPts val="1800"/>
              <a:buNone/>
              <a:defRPr sz="1200">
                <a:solidFill>
                  <a:srgbClr val="888888"/>
                </a:solidFill>
              </a:defRPr>
            </a:lvl2pPr>
            <a:lvl3pPr marL="914446" lvl="2" indent="-152408" algn="l">
              <a:spcBef>
                <a:spcPts val="213"/>
              </a:spcBef>
              <a:spcAft>
                <a:spcPts val="0"/>
              </a:spcAft>
              <a:buClr>
                <a:srgbClr val="888888"/>
              </a:buClr>
              <a:buSzPts val="1600"/>
              <a:buNone/>
              <a:defRPr sz="1067">
                <a:solidFill>
                  <a:srgbClr val="888888"/>
                </a:solidFill>
              </a:defRPr>
            </a:lvl3pPr>
            <a:lvl4pPr marL="1219261" lvl="3" indent="-152408" algn="l">
              <a:spcBef>
                <a:spcPts val="187"/>
              </a:spcBef>
              <a:spcAft>
                <a:spcPts val="0"/>
              </a:spcAft>
              <a:buClr>
                <a:srgbClr val="888888"/>
              </a:buClr>
              <a:buSzPts val="1400"/>
              <a:buNone/>
              <a:defRPr sz="933">
                <a:solidFill>
                  <a:srgbClr val="888888"/>
                </a:solidFill>
              </a:defRPr>
            </a:lvl4pPr>
            <a:lvl5pPr marL="1524076" lvl="4" indent="-152408" algn="l">
              <a:spcBef>
                <a:spcPts val="187"/>
              </a:spcBef>
              <a:spcAft>
                <a:spcPts val="0"/>
              </a:spcAft>
              <a:buClr>
                <a:srgbClr val="888888"/>
              </a:buClr>
              <a:buSzPts val="1400"/>
              <a:buNone/>
              <a:defRPr sz="933">
                <a:solidFill>
                  <a:srgbClr val="888888"/>
                </a:solidFill>
              </a:defRPr>
            </a:lvl5pPr>
            <a:lvl6pPr marL="1828891" lvl="5" indent="-152408" algn="l">
              <a:spcBef>
                <a:spcPts val="187"/>
              </a:spcBef>
              <a:spcAft>
                <a:spcPts val="0"/>
              </a:spcAft>
              <a:buClr>
                <a:srgbClr val="888888"/>
              </a:buClr>
              <a:buSzPts val="1400"/>
              <a:buNone/>
              <a:defRPr sz="933">
                <a:solidFill>
                  <a:srgbClr val="888888"/>
                </a:solidFill>
              </a:defRPr>
            </a:lvl6pPr>
            <a:lvl7pPr marL="2133707" lvl="6" indent="-152408" algn="l">
              <a:spcBef>
                <a:spcPts val="187"/>
              </a:spcBef>
              <a:spcAft>
                <a:spcPts val="0"/>
              </a:spcAft>
              <a:buClr>
                <a:srgbClr val="888888"/>
              </a:buClr>
              <a:buSzPts val="1400"/>
              <a:buNone/>
              <a:defRPr sz="933">
                <a:solidFill>
                  <a:srgbClr val="888888"/>
                </a:solidFill>
              </a:defRPr>
            </a:lvl7pPr>
            <a:lvl8pPr marL="2438522" lvl="7" indent="-152408" algn="l">
              <a:spcBef>
                <a:spcPts val="187"/>
              </a:spcBef>
              <a:spcAft>
                <a:spcPts val="0"/>
              </a:spcAft>
              <a:buClr>
                <a:srgbClr val="888888"/>
              </a:buClr>
              <a:buSzPts val="1400"/>
              <a:buNone/>
              <a:defRPr sz="933">
                <a:solidFill>
                  <a:srgbClr val="888888"/>
                </a:solidFill>
              </a:defRPr>
            </a:lvl8pPr>
            <a:lvl9pPr marL="2743337" lvl="8" indent="-152408" algn="l">
              <a:spcBef>
                <a:spcPts val="187"/>
              </a:spcBef>
              <a:spcAft>
                <a:spcPts val="0"/>
              </a:spcAft>
              <a:buClr>
                <a:srgbClr val="888888"/>
              </a:buClr>
              <a:buSzPts val="1400"/>
              <a:buNone/>
              <a:defRPr sz="933">
                <a:solidFill>
                  <a:srgbClr val="888888"/>
                </a:solidFill>
              </a:defRPr>
            </a:lvl9pPr>
          </a:lstStyle>
          <a:p>
            <a:endParaRPr/>
          </a:p>
        </p:txBody>
      </p:sp>
      <p:sp>
        <p:nvSpPr>
          <p:cNvPr id="30" name="Google Shape;30;p5"/>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27592307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304800" y="183092"/>
            <a:ext cx="5486400" cy="762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304800" y="1066800"/>
            <a:ext cx="2692400" cy="3017309"/>
          </a:xfrm>
          <a:prstGeom prst="rect">
            <a:avLst/>
          </a:prstGeom>
          <a:noFill/>
          <a:ln>
            <a:noFill/>
          </a:ln>
        </p:spPr>
        <p:txBody>
          <a:bodyPr spcFirstLastPara="1" wrap="square" lIns="91425" tIns="45700" rIns="91425" bIns="45700" anchor="t" anchorCtr="0">
            <a:normAutofit/>
          </a:bodyPr>
          <a:lstStyle>
            <a:lvl1pPr marL="304815" lvl="0" indent="-270947" algn="l">
              <a:spcBef>
                <a:spcPts val="373"/>
              </a:spcBef>
              <a:spcAft>
                <a:spcPts val="0"/>
              </a:spcAft>
              <a:buClr>
                <a:schemeClr val="dk1"/>
              </a:buClr>
              <a:buSzPts val="2800"/>
              <a:buChar char="•"/>
              <a:defRPr sz="1867"/>
            </a:lvl1pPr>
            <a:lvl2pPr marL="609630" lvl="1" indent="-254013" algn="l">
              <a:spcBef>
                <a:spcPts val="320"/>
              </a:spcBef>
              <a:spcAft>
                <a:spcPts val="0"/>
              </a:spcAft>
              <a:buClr>
                <a:schemeClr val="dk1"/>
              </a:buClr>
              <a:buSzPts val="2400"/>
              <a:buChar char="–"/>
              <a:defRPr sz="1600"/>
            </a:lvl2pPr>
            <a:lvl3pPr marL="914446" lvl="2" indent="-237079" algn="l">
              <a:spcBef>
                <a:spcPts val="267"/>
              </a:spcBef>
              <a:spcAft>
                <a:spcPts val="0"/>
              </a:spcAft>
              <a:buClr>
                <a:schemeClr val="dk1"/>
              </a:buClr>
              <a:buSzPts val="2000"/>
              <a:buChar char="•"/>
              <a:defRPr sz="1333"/>
            </a:lvl3pPr>
            <a:lvl4pPr marL="1219261" lvl="3" indent="-228611" algn="l">
              <a:spcBef>
                <a:spcPts val="240"/>
              </a:spcBef>
              <a:spcAft>
                <a:spcPts val="0"/>
              </a:spcAft>
              <a:buClr>
                <a:schemeClr val="dk1"/>
              </a:buClr>
              <a:buSzPts val="1800"/>
              <a:buChar char="–"/>
              <a:defRPr sz="1200"/>
            </a:lvl4pPr>
            <a:lvl5pPr marL="1524076" lvl="4" indent="-228611" algn="l">
              <a:spcBef>
                <a:spcPts val="240"/>
              </a:spcBef>
              <a:spcAft>
                <a:spcPts val="0"/>
              </a:spcAft>
              <a:buClr>
                <a:schemeClr val="dk1"/>
              </a:buClr>
              <a:buSzPts val="1800"/>
              <a:buChar char="»"/>
              <a:defRPr sz="1200"/>
            </a:lvl5pPr>
            <a:lvl6pPr marL="1828891" lvl="5" indent="-228611" algn="l">
              <a:spcBef>
                <a:spcPts val="240"/>
              </a:spcBef>
              <a:spcAft>
                <a:spcPts val="0"/>
              </a:spcAft>
              <a:buClr>
                <a:schemeClr val="dk1"/>
              </a:buClr>
              <a:buSzPts val="1800"/>
              <a:buChar char="•"/>
              <a:defRPr sz="1200"/>
            </a:lvl6pPr>
            <a:lvl7pPr marL="2133707" lvl="6" indent="-228611" algn="l">
              <a:spcBef>
                <a:spcPts val="240"/>
              </a:spcBef>
              <a:spcAft>
                <a:spcPts val="0"/>
              </a:spcAft>
              <a:buClr>
                <a:schemeClr val="dk1"/>
              </a:buClr>
              <a:buSzPts val="1800"/>
              <a:buChar char="•"/>
              <a:defRPr sz="1200"/>
            </a:lvl7pPr>
            <a:lvl8pPr marL="2438522" lvl="7" indent="-228611" algn="l">
              <a:spcBef>
                <a:spcPts val="240"/>
              </a:spcBef>
              <a:spcAft>
                <a:spcPts val="0"/>
              </a:spcAft>
              <a:buClr>
                <a:schemeClr val="dk1"/>
              </a:buClr>
              <a:buSzPts val="1800"/>
              <a:buChar char="•"/>
              <a:defRPr sz="1200"/>
            </a:lvl8pPr>
            <a:lvl9pPr marL="2743337" lvl="8" indent="-228611" algn="l">
              <a:spcBef>
                <a:spcPts val="240"/>
              </a:spcBef>
              <a:spcAft>
                <a:spcPts val="0"/>
              </a:spcAft>
              <a:buClr>
                <a:schemeClr val="dk1"/>
              </a:buClr>
              <a:buSzPts val="1800"/>
              <a:buChar char="•"/>
              <a:defRPr sz="1200"/>
            </a:lvl9pPr>
          </a:lstStyle>
          <a:p>
            <a:endParaRPr/>
          </a:p>
        </p:txBody>
      </p:sp>
      <p:sp>
        <p:nvSpPr>
          <p:cNvPr id="36" name="Google Shape;36;p6"/>
          <p:cNvSpPr txBox="1">
            <a:spLocks noGrp="1"/>
          </p:cNvSpPr>
          <p:nvPr>
            <p:ph type="body" idx="2"/>
          </p:nvPr>
        </p:nvSpPr>
        <p:spPr>
          <a:xfrm>
            <a:off x="3098800" y="1066800"/>
            <a:ext cx="2692400" cy="3017309"/>
          </a:xfrm>
          <a:prstGeom prst="rect">
            <a:avLst/>
          </a:prstGeom>
          <a:noFill/>
          <a:ln>
            <a:noFill/>
          </a:ln>
        </p:spPr>
        <p:txBody>
          <a:bodyPr spcFirstLastPara="1" wrap="square" lIns="91425" tIns="45700" rIns="91425" bIns="45700" anchor="t" anchorCtr="0">
            <a:normAutofit/>
          </a:bodyPr>
          <a:lstStyle>
            <a:lvl1pPr marL="304815" lvl="0" indent="-270947" algn="l">
              <a:spcBef>
                <a:spcPts val="373"/>
              </a:spcBef>
              <a:spcAft>
                <a:spcPts val="0"/>
              </a:spcAft>
              <a:buClr>
                <a:schemeClr val="dk1"/>
              </a:buClr>
              <a:buSzPts val="2800"/>
              <a:buChar char="•"/>
              <a:defRPr sz="1867"/>
            </a:lvl1pPr>
            <a:lvl2pPr marL="609630" lvl="1" indent="-254013" algn="l">
              <a:spcBef>
                <a:spcPts val="320"/>
              </a:spcBef>
              <a:spcAft>
                <a:spcPts val="0"/>
              </a:spcAft>
              <a:buClr>
                <a:schemeClr val="dk1"/>
              </a:buClr>
              <a:buSzPts val="2400"/>
              <a:buChar char="–"/>
              <a:defRPr sz="1600"/>
            </a:lvl2pPr>
            <a:lvl3pPr marL="914446" lvl="2" indent="-237079" algn="l">
              <a:spcBef>
                <a:spcPts val="267"/>
              </a:spcBef>
              <a:spcAft>
                <a:spcPts val="0"/>
              </a:spcAft>
              <a:buClr>
                <a:schemeClr val="dk1"/>
              </a:buClr>
              <a:buSzPts val="2000"/>
              <a:buChar char="•"/>
              <a:defRPr sz="1333"/>
            </a:lvl3pPr>
            <a:lvl4pPr marL="1219261" lvl="3" indent="-228611" algn="l">
              <a:spcBef>
                <a:spcPts val="240"/>
              </a:spcBef>
              <a:spcAft>
                <a:spcPts val="0"/>
              </a:spcAft>
              <a:buClr>
                <a:schemeClr val="dk1"/>
              </a:buClr>
              <a:buSzPts val="1800"/>
              <a:buChar char="–"/>
              <a:defRPr sz="1200"/>
            </a:lvl4pPr>
            <a:lvl5pPr marL="1524076" lvl="4" indent="-228611" algn="l">
              <a:spcBef>
                <a:spcPts val="240"/>
              </a:spcBef>
              <a:spcAft>
                <a:spcPts val="0"/>
              </a:spcAft>
              <a:buClr>
                <a:schemeClr val="dk1"/>
              </a:buClr>
              <a:buSzPts val="1800"/>
              <a:buChar char="»"/>
              <a:defRPr sz="1200"/>
            </a:lvl5pPr>
            <a:lvl6pPr marL="1828891" lvl="5" indent="-228611" algn="l">
              <a:spcBef>
                <a:spcPts val="240"/>
              </a:spcBef>
              <a:spcAft>
                <a:spcPts val="0"/>
              </a:spcAft>
              <a:buClr>
                <a:schemeClr val="dk1"/>
              </a:buClr>
              <a:buSzPts val="1800"/>
              <a:buChar char="•"/>
              <a:defRPr sz="1200"/>
            </a:lvl6pPr>
            <a:lvl7pPr marL="2133707" lvl="6" indent="-228611" algn="l">
              <a:spcBef>
                <a:spcPts val="240"/>
              </a:spcBef>
              <a:spcAft>
                <a:spcPts val="0"/>
              </a:spcAft>
              <a:buClr>
                <a:schemeClr val="dk1"/>
              </a:buClr>
              <a:buSzPts val="1800"/>
              <a:buChar char="•"/>
              <a:defRPr sz="1200"/>
            </a:lvl7pPr>
            <a:lvl8pPr marL="2438522" lvl="7" indent="-228611" algn="l">
              <a:spcBef>
                <a:spcPts val="240"/>
              </a:spcBef>
              <a:spcAft>
                <a:spcPts val="0"/>
              </a:spcAft>
              <a:buClr>
                <a:schemeClr val="dk1"/>
              </a:buClr>
              <a:buSzPts val="1800"/>
              <a:buChar char="•"/>
              <a:defRPr sz="1200"/>
            </a:lvl8pPr>
            <a:lvl9pPr marL="2743337" lvl="8" indent="-228611" algn="l">
              <a:spcBef>
                <a:spcPts val="240"/>
              </a:spcBef>
              <a:spcAft>
                <a:spcPts val="0"/>
              </a:spcAft>
              <a:buClr>
                <a:schemeClr val="dk1"/>
              </a:buClr>
              <a:buSzPts val="1800"/>
              <a:buChar char="•"/>
              <a:defRPr sz="1200"/>
            </a:lvl9pPr>
          </a:lstStyle>
          <a:p>
            <a:endParaRPr/>
          </a:p>
        </p:txBody>
      </p:sp>
      <p:sp>
        <p:nvSpPr>
          <p:cNvPr id="37" name="Google Shape;37;p6"/>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3610106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304800" y="183092"/>
            <a:ext cx="5486400" cy="762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304800" y="1023409"/>
            <a:ext cx="2693459" cy="426508"/>
          </a:xfrm>
          <a:prstGeom prst="rect">
            <a:avLst/>
          </a:prstGeom>
          <a:noFill/>
          <a:ln>
            <a:noFill/>
          </a:ln>
        </p:spPr>
        <p:txBody>
          <a:bodyPr spcFirstLastPara="1" wrap="square" lIns="91425" tIns="45700" rIns="91425" bIns="45700" anchor="b" anchorCtr="0">
            <a:normAutofit/>
          </a:bodyPr>
          <a:lstStyle>
            <a:lvl1pPr marL="304815" lvl="0" indent="-152408" algn="l">
              <a:spcBef>
                <a:spcPts val="320"/>
              </a:spcBef>
              <a:spcAft>
                <a:spcPts val="0"/>
              </a:spcAft>
              <a:buClr>
                <a:schemeClr val="dk1"/>
              </a:buClr>
              <a:buSzPts val="2400"/>
              <a:buNone/>
              <a:defRPr sz="1600" b="1"/>
            </a:lvl1pPr>
            <a:lvl2pPr marL="609630" lvl="1" indent="-152408" algn="l">
              <a:spcBef>
                <a:spcPts val="267"/>
              </a:spcBef>
              <a:spcAft>
                <a:spcPts val="0"/>
              </a:spcAft>
              <a:buClr>
                <a:schemeClr val="dk1"/>
              </a:buClr>
              <a:buSzPts val="2000"/>
              <a:buNone/>
              <a:defRPr sz="1333" b="1"/>
            </a:lvl2pPr>
            <a:lvl3pPr marL="914446" lvl="2" indent="-152408" algn="l">
              <a:spcBef>
                <a:spcPts val="240"/>
              </a:spcBef>
              <a:spcAft>
                <a:spcPts val="0"/>
              </a:spcAft>
              <a:buClr>
                <a:schemeClr val="dk1"/>
              </a:buClr>
              <a:buSzPts val="1800"/>
              <a:buNone/>
              <a:defRPr sz="1200" b="1"/>
            </a:lvl3pPr>
            <a:lvl4pPr marL="1219261" lvl="3" indent="-152408" algn="l">
              <a:spcBef>
                <a:spcPts val="213"/>
              </a:spcBef>
              <a:spcAft>
                <a:spcPts val="0"/>
              </a:spcAft>
              <a:buClr>
                <a:schemeClr val="dk1"/>
              </a:buClr>
              <a:buSzPts val="1600"/>
              <a:buNone/>
              <a:defRPr sz="1067" b="1"/>
            </a:lvl4pPr>
            <a:lvl5pPr marL="1524076" lvl="4" indent="-152408" algn="l">
              <a:spcBef>
                <a:spcPts val="213"/>
              </a:spcBef>
              <a:spcAft>
                <a:spcPts val="0"/>
              </a:spcAft>
              <a:buClr>
                <a:schemeClr val="dk1"/>
              </a:buClr>
              <a:buSzPts val="1600"/>
              <a:buNone/>
              <a:defRPr sz="1067" b="1"/>
            </a:lvl5pPr>
            <a:lvl6pPr marL="1828891" lvl="5" indent="-152408" algn="l">
              <a:spcBef>
                <a:spcPts val="213"/>
              </a:spcBef>
              <a:spcAft>
                <a:spcPts val="0"/>
              </a:spcAft>
              <a:buClr>
                <a:schemeClr val="dk1"/>
              </a:buClr>
              <a:buSzPts val="1600"/>
              <a:buNone/>
              <a:defRPr sz="1067" b="1"/>
            </a:lvl6pPr>
            <a:lvl7pPr marL="2133707" lvl="6" indent="-152408" algn="l">
              <a:spcBef>
                <a:spcPts val="213"/>
              </a:spcBef>
              <a:spcAft>
                <a:spcPts val="0"/>
              </a:spcAft>
              <a:buClr>
                <a:schemeClr val="dk1"/>
              </a:buClr>
              <a:buSzPts val="1600"/>
              <a:buNone/>
              <a:defRPr sz="1067" b="1"/>
            </a:lvl7pPr>
            <a:lvl8pPr marL="2438522" lvl="7" indent="-152408" algn="l">
              <a:spcBef>
                <a:spcPts val="213"/>
              </a:spcBef>
              <a:spcAft>
                <a:spcPts val="0"/>
              </a:spcAft>
              <a:buClr>
                <a:schemeClr val="dk1"/>
              </a:buClr>
              <a:buSzPts val="1600"/>
              <a:buNone/>
              <a:defRPr sz="1067" b="1"/>
            </a:lvl8pPr>
            <a:lvl9pPr marL="2743337" lvl="8" indent="-152408" algn="l">
              <a:spcBef>
                <a:spcPts val="213"/>
              </a:spcBef>
              <a:spcAft>
                <a:spcPts val="0"/>
              </a:spcAft>
              <a:buClr>
                <a:schemeClr val="dk1"/>
              </a:buClr>
              <a:buSzPts val="1600"/>
              <a:buNone/>
              <a:defRPr sz="1067" b="1"/>
            </a:lvl9pPr>
          </a:lstStyle>
          <a:p>
            <a:endParaRPr/>
          </a:p>
        </p:txBody>
      </p:sp>
      <p:sp>
        <p:nvSpPr>
          <p:cNvPr id="43" name="Google Shape;43;p7"/>
          <p:cNvSpPr txBox="1">
            <a:spLocks noGrp="1"/>
          </p:cNvSpPr>
          <p:nvPr>
            <p:ph type="body" idx="2"/>
          </p:nvPr>
        </p:nvSpPr>
        <p:spPr>
          <a:xfrm>
            <a:off x="304800" y="1449917"/>
            <a:ext cx="2693459" cy="2634192"/>
          </a:xfrm>
          <a:prstGeom prst="rect">
            <a:avLst/>
          </a:prstGeom>
          <a:noFill/>
          <a:ln>
            <a:noFill/>
          </a:ln>
        </p:spPr>
        <p:txBody>
          <a:bodyPr spcFirstLastPara="1" wrap="square" lIns="91425" tIns="45700" rIns="91425" bIns="45700" anchor="t" anchorCtr="0">
            <a:normAutofit/>
          </a:bodyPr>
          <a:lstStyle>
            <a:lvl1pPr marL="304815" lvl="0" indent="-254013" algn="l">
              <a:spcBef>
                <a:spcPts val="320"/>
              </a:spcBef>
              <a:spcAft>
                <a:spcPts val="0"/>
              </a:spcAft>
              <a:buClr>
                <a:schemeClr val="dk1"/>
              </a:buClr>
              <a:buSzPts val="2400"/>
              <a:buChar char="•"/>
              <a:defRPr sz="1600"/>
            </a:lvl1pPr>
            <a:lvl2pPr marL="609630" lvl="1" indent="-237079" algn="l">
              <a:spcBef>
                <a:spcPts val="267"/>
              </a:spcBef>
              <a:spcAft>
                <a:spcPts val="0"/>
              </a:spcAft>
              <a:buClr>
                <a:schemeClr val="dk1"/>
              </a:buClr>
              <a:buSzPts val="2000"/>
              <a:buChar char="–"/>
              <a:defRPr sz="1333"/>
            </a:lvl2pPr>
            <a:lvl3pPr marL="914446" lvl="2" indent="-228611" algn="l">
              <a:spcBef>
                <a:spcPts val="240"/>
              </a:spcBef>
              <a:spcAft>
                <a:spcPts val="0"/>
              </a:spcAft>
              <a:buClr>
                <a:schemeClr val="dk1"/>
              </a:buClr>
              <a:buSzPts val="1800"/>
              <a:buChar char="•"/>
              <a:defRPr sz="1200"/>
            </a:lvl3pPr>
            <a:lvl4pPr marL="1219261" lvl="3" indent="-220144" algn="l">
              <a:spcBef>
                <a:spcPts val="213"/>
              </a:spcBef>
              <a:spcAft>
                <a:spcPts val="0"/>
              </a:spcAft>
              <a:buClr>
                <a:schemeClr val="dk1"/>
              </a:buClr>
              <a:buSzPts val="1600"/>
              <a:buChar char="–"/>
              <a:defRPr sz="1067"/>
            </a:lvl4pPr>
            <a:lvl5pPr marL="1524076" lvl="4" indent="-220144" algn="l">
              <a:spcBef>
                <a:spcPts val="213"/>
              </a:spcBef>
              <a:spcAft>
                <a:spcPts val="0"/>
              </a:spcAft>
              <a:buClr>
                <a:schemeClr val="dk1"/>
              </a:buClr>
              <a:buSzPts val="1600"/>
              <a:buChar char="»"/>
              <a:defRPr sz="1067"/>
            </a:lvl5pPr>
            <a:lvl6pPr marL="1828891" lvl="5" indent="-220144" algn="l">
              <a:spcBef>
                <a:spcPts val="213"/>
              </a:spcBef>
              <a:spcAft>
                <a:spcPts val="0"/>
              </a:spcAft>
              <a:buClr>
                <a:schemeClr val="dk1"/>
              </a:buClr>
              <a:buSzPts val="1600"/>
              <a:buChar char="•"/>
              <a:defRPr sz="1067"/>
            </a:lvl6pPr>
            <a:lvl7pPr marL="2133707" lvl="6" indent="-220144" algn="l">
              <a:spcBef>
                <a:spcPts val="213"/>
              </a:spcBef>
              <a:spcAft>
                <a:spcPts val="0"/>
              </a:spcAft>
              <a:buClr>
                <a:schemeClr val="dk1"/>
              </a:buClr>
              <a:buSzPts val="1600"/>
              <a:buChar char="•"/>
              <a:defRPr sz="1067"/>
            </a:lvl7pPr>
            <a:lvl8pPr marL="2438522" lvl="7" indent="-220144" algn="l">
              <a:spcBef>
                <a:spcPts val="213"/>
              </a:spcBef>
              <a:spcAft>
                <a:spcPts val="0"/>
              </a:spcAft>
              <a:buClr>
                <a:schemeClr val="dk1"/>
              </a:buClr>
              <a:buSzPts val="1600"/>
              <a:buChar char="•"/>
              <a:defRPr sz="1067"/>
            </a:lvl8pPr>
            <a:lvl9pPr marL="2743337" lvl="8" indent="-220144" algn="l">
              <a:spcBef>
                <a:spcPts val="213"/>
              </a:spcBef>
              <a:spcAft>
                <a:spcPts val="0"/>
              </a:spcAft>
              <a:buClr>
                <a:schemeClr val="dk1"/>
              </a:buClr>
              <a:buSzPts val="1600"/>
              <a:buChar char="•"/>
              <a:defRPr sz="1067"/>
            </a:lvl9pPr>
          </a:lstStyle>
          <a:p>
            <a:endParaRPr/>
          </a:p>
        </p:txBody>
      </p:sp>
      <p:sp>
        <p:nvSpPr>
          <p:cNvPr id="44" name="Google Shape;44;p7"/>
          <p:cNvSpPr txBox="1">
            <a:spLocks noGrp="1"/>
          </p:cNvSpPr>
          <p:nvPr>
            <p:ph type="body" idx="3"/>
          </p:nvPr>
        </p:nvSpPr>
        <p:spPr>
          <a:xfrm>
            <a:off x="3096684" y="1023409"/>
            <a:ext cx="2694517" cy="426508"/>
          </a:xfrm>
          <a:prstGeom prst="rect">
            <a:avLst/>
          </a:prstGeom>
          <a:noFill/>
          <a:ln>
            <a:noFill/>
          </a:ln>
        </p:spPr>
        <p:txBody>
          <a:bodyPr spcFirstLastPara="1" wrap="square" lIns="91425" tIns="45700" rIns="91425" bIns="45700" anchor="b" anchorCtr="0">
            <a:normAutofit/>
          </a:bodyPr>
          <a:lstStyle>
            <a:lvl1pPr marL="304815" lvl="0" indent="-152408" algn="l">
              <a:spcBef>
                <a:spcPts val="320"/>
              </a:spcBef>
              <a:spcAft>
                <a:spcPts val="0"/>
              </a:spcAft>
              <a:buClr>
                <a:schemeClr val="dk1"/>
              </a:buClr>
              <a:buSzPts val="2400"/>
              <a:buNone/>
              <a:defRPr sz="1600" b="1"/>
            </a:lvl1pPr>
            <a:lvl2pPr marL="609630" lvl="1" indent="-152408" algn="l">
              <a:spcBef>
                <a:spcPts val="267"/>
              </a:spcBef>
              <a:spcAft>
                <a:spcPts val="0"/>
              </a:spcAft>
              <a:buClr>
                <a:schemeClr val="dk1"/>
              </a:buClr>
              <a:buSzPts val="2000"/>
              <a:buNone/>
              <a:defRPr sz="1333" b="1"/>
            </a:lvl2pPr>
            <a:lvl3pPr marL="914446" lvl="2" indent="-152408" algn="l">
              <a:spcBef>
                <a:spcPts val="240"/>
              </a:spcBef>
              <a:spcAft>
                <a:spcPts val="0"/>
              </a:spcAft>
              <a:buClr>
                <a:schemeClr val="dk1"/>
              </a:buClr>
              <a:buSzPts val="1800"/>
              <a:buNone/>
              <a:defRPr sz="1200" b="1"/>
            </a:lvl3pPr>
            <a:lvl4pPr marL="1219261" lvl="3" indent="-152408" algn="l">
              <a:spcBef>
                <a:spcPts val="213"/>
              </a:spcBef>
              <a:spcAft>
                <a:spcPts val="0"/>
              </a:spcAft>
              <a:buClr>
                <a:schemeClr val="dk1"/>
              </a:buClr>
              <a:buSzPts val="1600"/>
              <a:buNone/>
              <a:defRPr sz="1067" b="1"/>
            </a:lvl4pPr>
            <a:lvl5pPr marL="1524076" lvl="4" indent="-152408" algn="l">
              <a:spcBef>
                <a:spcPts val="213"/>
              </a:spcBef>
              <a:spcAft>
                <a:spcPts val="0"/>
              </a:spcAft>
              <a:buClr>
                <a:schemeClr val="dk1"/>
              </a:buClr>
              <a:buSzPts val="1600"/>
              <a:buNone/>
              <a:defRPr sz="1067" b="1"/>
            </a:lvl5pPr>
            <a:lvl6pPr marL="1828891" lvl="5" indent="-152408" algn="l">
              <a:spcBef>
                <a:spcPts val="213"/>
              </a:spcBef>
              <a:spcAft>
                <a:spcPts val="0"/>
              </a:spcAft>
              <a:buClr>
                <a:schemeClr val="dk1"/>
              </a:buClr>
              <a:buSzPts val="1600"/>
              <a:buNone/>
              <a:defRPr sz="1067" b="1"/>
            </a:lvl6pPr>
            <a:lvl7pPr marL="2133707" lvl="6" indent="-152408" algn="l">
              <a:spcBef>
                <a:spcPts val="213"/>
              </a:spcBef>
              <a:spcAft>
                <a:spcPts val="0"/>
              </a:spcAft>
              <a:buClr>
                <a:schemeClr val="dk1"/>
              </a:buClr>
              <a:buSzPts val="1600"/>
              <a:buNone/>
              <a:defRPr sz="1067" b="1"/>
            </a:lvl7pPr>
            <a:lvl8pPr marL="2438522" lvl="7" indent="-152408" algn="l">
              <a:spcBef>
                <a:spcPts val="213"/>
              </a:spcBef>
              <a:spcAft>
                <a:spcPts val="0"/>
              </a:spcAft>
              <a:buClr>
                <a:schemeClr val="dk1"/>
              </a:buClr>
              <a:buSzPts val="1600"/>
              <a:buNone/>
              <a:defRPr sz="1067" b="1"/>
            </a:lvl8pPr>
            <a:lvl9pPr marL="2743337" lvl="8" indent="-152408" algn="l">
              <a:spcBef>
                <a:spcPts val="213"/>
              </a:spcBef>
              <a:spcAft>
                <a:spcPts val="0"/>
              </a:spcAft>
              <a:buClr>
                <a:schemeClr val="dk1"/>
              </a:buClr>
              <a:buSzPts val="1600"/>
              <a:buNone/>
              <a:defRPr sz="1067" b="1"/>
            </a:lvl9pPr>
          </a:lstStyle>
          <a:p>
            <a:endParaRPr/>
          </a:p>
        </p:txBody>
      </p:sp>
      <p:sp>
        <p:nvSpPr>
          <p:cNvPr id="45" name="Google Shape;45;p7"/>
          <p:cNvSpPr txBox="1">
            <a:spLocks noGrp="1"/>
          </p:cNvSpPr>
          <p:nvPr>
            <p:ph type="body" idx="4"/>
          </p:nvPr>
        </p:nvSpPr>
        <p:spPr>
          <a:xfrm>
            <a:off x="3096684" y="1449917"/>
            <a:ext cx="2694517" cy="2634192"/>
          </a:xfrm>
          <a:prstGeom prst="rect">
            <a:avLst/>
          </a:prstGeom>
          <a:noFill/>
          <a:ln>
            <a:noFill/>
          </a:ln>
        </p:spPr>
        <p:txBody>
          <a:bodyPr spcFirstLastPara="1" wrap="square" lIns="91425" tIns="45700" rIns="91425" bIns="45700" anchor="t" anchorCtr="0">
            <a:normAutofit/>
          </a:bodyPr>
          <a:lstStyle>
            <a:lvl1pPr marL="304815" lvl="0" indent="-254013" algn="l">
              <a:spcBef>
                <a:spcPts val="320"/>
              </a:spcBef>
              <a:spcAft>
                <a:spcPts val="0"/>
              </a:spcAft>
              <a:buClr>
                <a:schemeClr val="dk1"/>
              </a:buClr>
              <a:buSzPts val="2400"/>
              <a:buChar char="•"/>
              <a:defRPr sz="1600"/>
            </a:lvl1pPr>
            <a:lvl2pPr marL="609630" lvl="1" indent="-237079" algn="l">
              <a:spcBef>
                <a:spcPts val="267"/>
              </a:spcBef>
              <a:spcAft>
                <a:spcPts val="0"/>
              </a:spcAft>
              <a:buClr>
                <a:schemeClr val="dk1"/>
              </a:buClr>
              <a:buSzPts val="2000"/>
              <a:buChar char="–"/>
              <a:defRPr sz="1333"/>
            </a:lvl2pPr>
            <a:lvl3pPr marL="914446" lvl="2" indent="-228611" algn="l">
              <a:spcBef>
                <a:spcPts val="240"/>
              </a:spcBef>
              <a:spcAft>
                <a:spcPts val="0"/>
              </a:spcAft>
              <a:buClr>
                <a:schemeClr val="dk1"/>
              </a:buClr>
              <a:buSzPts val="1800"/>
              <a:buChar char="•"/>
              <a:defRPr sz="1200"/>
            </a:lvl3pPr>
            <a:lvl4pPr marL="1219261" lvl="3" indent="-220144" algn="l">
              <a:spcBef>
                <a:spcPts val="213"/>
              </a:spcBef>
              <a:spcAft>
                <a:spcPts val="0"/>
              </a:spcAft>
              <a:buClr>
                <a:schemeClr val="dk1"/>
              </a:buClr>
              <a:buSzPts val="1600"/>
              <a:buChar char="–"/>
              <a:defRPr sz="1067"/>
            </a:lvl4pPr>
            <a:lvl5pPr marL="1524076" lvl="4" indent="-220144" algn="l">
              <a:spcBef>
                <a:spcPts val="213"/>
              </a:spcBef>
              <a:spcAft>
                <a:spcPts val="0"/>
              </a:spcAft>
              <a:buClr>
                <a:schemeClr val="dk1"/>
              </a:buClr>
              <a:buSzPts val="1600"/>
              <a:buChar char="»"/>
              <a:defRPr sz="1067"/>
            </a:lvl5pPr>
            <a:lvl6pPr marL="1828891" lvl="5" indent="-220144" algn="l">
              <a:spcBef>
                <a:spcPts val="213"/>
              </a:spcBef>
              <a:spcAft>
                <a:spcPts val="0"/>
              </a:spcAft>
              <a:buClr>
                <a:schemeClr val="dk1"/>
              </a:buClr>
              <a:buSzPts val="1600"/>
              <a:buChar char="•"/>
              <a:defRPr sz="1067"/>
            </a:lvl6pPr>
            <a:lvl7pPr marL="2133707" lvl="6" indent="-220144" algn="l">
              <a:spcBef>
                <a:spcPts val="213"/>
              </a:spcBef>
              <a:spcAft>
                <a:spcPts val="0"/>
              </a:spcAft>
              <a:buClr>
                <a:schemeClr val="dk1"/>
              </a:buClr>
              <a:buSzPts val="1600"/>
              <a:buChar char="•"/>
              <a:defRPr sz="1067"/>
            </a:lvl7pPr>
            <a:lvl8pPr marL="2438522" lvl="7" indent="-220144" algn="l">
              <a:spcBef>
                <a:spcPts val="213"/>
              </a:spcBef>
              <a:spcAft>
                <a:spcPts val="0"/>
              </a:spcAft>
              <a:buClr>
                <a:schemeClr val="dk1"/>
              </a:buClr>
              <a:buSzPts val="1600"/>
              <a:buChar char="•"/>
              <a:defRPr sz="1067"/>
            </a:lvl8pPr>
            <a:lvl9pPr marL="2743337" lvl="8" indent="-220144" algn="l">
              <a:spcBef>
                <a:spcPts val="213"/>
              </a:spcBef>
              <a:spcAft>
                <a:spcPts val="0"/>
              </a:spcAft>
              <a:buClr>
                <a:schemeClr val="dk1"/>
              </a:buClr>
              <a:buSzPts val="1600"/>
              <a:buChar char="•"/>
              <a:defRPr sz="1067"/>
            </a:lvl9pPr>
          </a:lstStyle>
          <a:p>
            <a:endParaRPr/>
          </a:p>
        </p:txBody>
      </p:sp>
      <p:sp>
        <p:nvSpPr>
          <p:cNvPr id="46" name="Google Shape;46;p7"/>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19911687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304800" y="183092"/>
            <a:ext cx="5486400" cy="762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4500808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304800" y="182033"/>
            <a:ext cx="2005542" cy="7747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1333"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2383367" y="182034"/>
            <a:ext cx="3407833" cy="3902075"/>
          </a:xfrm>
          <a:prstGeom prst="rect">
            <a:avLst/>
          </a:prstGeom>
          <a:noFill/>
          <a:ln>
            <a:noFill/>
          </a:ln>
        </p:spPr>
        <p:txBody>
          <a:bodyPr spcFirstLastPara="1" wrap="square" lIns="91425" tIns="45700" rIns="91425" bIns="45700" anchor="t" anchorCtr="0">
            <a:normAutofit/>
          </a:bodyPr>
          <a:lstStyle>
            <a:lvl1pPr marL="304815" lvl="0" indent="-287881" algn="l">
              <a:spcBef>
                <a:spcPts val="427"/>
              </a:spcBef>
              <a:spcAft>
                <a:spcPts val="0"/>
              </a:spcAft>
              <a:buClr>
                <a:schemeClr val="dk1"/>
              </a:buClr>
              <a:buSzPts val="3200"/>
              <a:buChar char="•"/>
              <a:defRPr sz="2133"/>
            </a:lvl1pPr>
            <a:lvl2pPr marL="609630" lvl="1" indent="-270947" algn="l">
              <a:spcBef>
                <a:spcPts val="373"/>
              </a:spcBef>
              <a:spcAft>
                <a:spcPts val="0"/>
              </a:spcAft>
              <a:buClr>
                <a:schemeClr val="dk1"/>
              </a:buClr>
              <a:buSzPts val="2800"/>
              <a:buChar char="–"/>
              <a:defRPr sz="1867"/>
            </a:lvl2pPr>
            <a:lvl3pPr marL="914446" lvl="2" indent="-254013" algn="l">
              <a:spcBef>
                <a:spcPts val="320"/>
              </a:spcBef>
              <a:spcAft>
                <a:spcPts val="0"/>
              </a:spcAft>
              <a:buClr>
                <a:schemeClr val="dk1"/>
              </a:buClr>
              <a:buSzPts val="2400"/>
              <a:buChar char="•"/>
              <a:defRPr sz="1600"/>
            </a:lvl3pPr>
            <a:lvl4pPr marL="1219261" lvl="3" indent="-237079" algn="l">
              <a:spcBef>
                <a:spcPts val="267"/>
              </a:spcBef>
              <a:spcAft>
                <a:spcPts val="0"/>
              </a:spcAft>
              <a:buClr>
                <a:schemeClr val="dk1"/>
              </a:buClr>
              <a:buSzPts val="2000"/>
              <a:buChar char="–"/>
              <a:defRPr sz="1333"/>
            </a:lvl4pPr>
            <a:lvl5pPr marL="1524076" lvl="4" indent="-237079" algn="l">
              <a:spcBef>
                <a:spcPts val="267"/>
              </a:spcBef>
              <a:spcAft>
                <a:spcPts val="0"/>
              </a:spcAft>
              <a:buClr>
                <a:schemeClr val="dk1"/>
              </a:buClr>
              <a:buSzPts val="2000"/>
              <a:buChar char="»"/>
              <a:defRPr sz="1333"/>
            </a:lvl5pPr>
            <a:lvl6pPr marL="1828891" lvl="5" indent="-237079" algn="l">
              <a:spcBef>
                <a:spcPts val="267"/>
              </a:spcBef>
              <a:spcAft>
                <a:spcPts val="0"/>
              </a:spcAft>
              <a:buClr>
                <a:schemeClr val="dk1"/>
              </a:buClr>
              <a:buSzPts val="2000"/>
              <a:buChar char="•"/>
              <a:defRPr sz="1333"/>
            </a:lvl6pPr>
            <a:lvl7pPr marL="2133707" lvl="6" indent="-237079" algn="l">
              <a:spcBef>
                <a:spcPts val="267"/>
              </a:spcBef>
              <a:spcAft>
                <a:spcPts val="0"/>
              </a:spcAft>
              <a:buClr>
                <a:schemeClr val="dk1"/>
              </a:buClr>
              <a:buSzPts val="2000"/>
              <a:buChar char="•"/>
              <a:defRPr sz="1333"/>
            </a:lvl7pPr>
            <a:lvl8pPr marL="2438522" lvl="7" indent="-237079" algn="l">
              <a:spcBef>
                <a:spcPts val="267"/>
              </a:spcBef>
              <a:spcAft>
                <a:spcPts val="0"/>
              </a:spcAft>
              <a:buClr>
                <a:schemeClr val="dk1"/>
              </a:buClr>
              <a:buSzPts val="2000"/>
              <a:buChar char="•"/>
              <a:defRPr sz="1333"/>
            </a:lvl8pPr>
            <a:lvl9pPr marL="2743337" lvl="8" indent="-237079" algn="l">
              <a:spcBef>
                <a:spcPts val="267"/>
              </a:spcBef>
              <a:spcAft>
                <a:spcPts val="0"/>
              </a:spcAft>
              <a:buClr>
                <a:schemeClr val="dk1"/>
              </a:buClr>
              <a:buSzPts val="2000"/>
              <a:buChar char="•"/>
              <a:defRPr sz="1333"/>
            </a:lvl9pPr>
          </a:lstStyle>
          <a:p>
            <a:endParaRPr/>
          </a:p>
        </p:txBody>
      </p:sp>
      <p:sp>
        <p:nvSpPr>
          <p:cNvPr id="57" name="Google Shape;57;p9"/>
          <p:cNvSpPr txBox="1">
            <a:spLocks noGrp="1"/>
          </p:cNvSpPr>
          <p:nvPr>
            <p:ph type="body" idx="2"/>
          </p:nvPr>
        </p:nvSpPr>
        <p:spPr>
          <a:xfrm>
            <a:off x="304800" y="956734"/>
            <a:ext cx="2005542" cy="3127375"/>
          </a:xfrm>
          <a:prstGeom prst="rect">
            <a:avLst/>
          </a:prstGeom>
          <a:noFill/>
          <a:ln>
            <a:noFill/>
          </a:ln>
        </p:spPr>
        <p:txBody>
          <a:bodyPr spcFirstLastPara="1" wrap="square" lIns="91425" tIns="45700" rIns="91425" bIns="45700" anchor="t" anchorCtr="0">
            <a:normAutofit/>
          </a:bodyPr>
          <a:lstStyle>
            <a:lvl1pPr marL="304815" lvl="0" indent="-152408" algn="l">
              <a:spcBef>
                <a:spcPts val="187"/>
              </a:spcBef>
              <a:spcAft>
                <a:spcPts val="0"/>
              </a:spcAft>
              <a:buClr>
                <a:schemeClr val="dk1"/>
              </a:buClr>
              <a:buSzPts val="1400"/>
              <a:buNone/>
              <a:defRPr sz="933"/>
            </a:lvl1pPr>
            <a:lvl2pPr marL="609630" lvl="1" indent="-152408" algn="l">
              <a:spcBef>
                <a:spcPts val="160"/>
              </a:spcBef>
              <a:spcAft>
                <a:spcPts val="0"/>
              </a:spcAft>
              <a:buClr>
                <a:schemeClr val="dk1"/>
              </a:buClr>
              <a:buSzPts val="1200"/>
              <a:buNone/>
              <a:defRPr sz="800"/>
            </a:lvl2pPr>
            <a:lvl3pPr marL="914446" lvl="2" indent="-152408" algn="l">
              <a:spcBef>
                <a:spcPts val="133"/>
              </a:spcBef>
              <a:spcAft>
                <a:spcPts val="0"/>
              </a:spcAft>
              <a:buClr>
                <a:schemeClr val="dk1"/>
              </a:buClr>
              <a:buSzPts val="1000"/>
              <a:buNone/>
              <a:defRPr sz="667"/>
            </a:lvl3pPr>
            <a:lvl4pPr marL="1219261" lvl="3" indent="-152408" algn="l">
              <a:spcBef>
                <a:spcPts val="120"/>
              </a:spcBef>
              <a:spcAft>
                <a:spcPts val="0"/>
              </a:spcAft>
              <a:buClr>
                <a:schemeClr val="dk1"/>
              </a:buClr>
              <a:buSzPts val="900"/>
              <a:buNone/>
              <a:defRPr sz="600"/>
            </a:lvl4pPr>
            <a:lvl5pPr marL="1524076" lvl="4" indent="-152408" algn="l">
              <a:spcBef>
                <a:spcPts val="120"/>
              </a:spcBef>
              <a:spcAft>
                <a:spcPts val="0"/>
              </a:spcAft>
              <a:buClr>
                <a:schemeClr val="dk1"/>
              </a:buClr>
              <a:buSzPts val="900"/>
              <a:buNone/>
              <a:defRPr sz="600"/>
            </a:lvl5pPr>
            <a:lvl6pPr marL="1828891" lvl="5" indent="-152408" algn="l">
              <a:spcBef>
                <a:spcPts val="120"/>
              </a:spcBef>
              <a:spcAft>
                <a:spcPts val="0"/>
              </a:spcAft>
              <a:buClr>
                <a:schemeClr val="dk1"/>
              </a:buClr>
              <a:buSzPts val="900"/>
              <a:buNone/>
              <a:defRPr sz="600"/>
            </a:lvl6pPr>
            <a:lvl7pPr marL="2133707" lvl="6" indent="-152408" algn="l">
              <a:spcBef>
                <a:spcPts val="120"/>
              </a:spcBef>
              <a:spcAft>
                <a:spcPts val="0"/>
              </a:spcAft>
              <a:buClr>
                <a:schemeClr val="dk1"/>
              </a:buClr>
              <a:buSzPts val="900"/>
              <a:buNone/>
              <a:defRPr sz="600"/>
            </a:lvl7pPr>
            <a:lvl8pPr marL="2438522" lvl="7" indent="-152408" algn="l">
              <a:spcBef>
                <a:spcPts val="120"/>
              </a:spcBef>
              <a:spcAft>
                <a:spcPts val="0"/>
              </a:spcAft>
              <a:buClr>
                <a:schemeClr val="dk1"/>
              </a:buClr>
              <a:buSzPts val="900"/>
              <a:buNone/>
              <a:defRPr sz="600"/>
            </a:lvl8pPr>
            <a:lvl9pPr marL="2743337" lvl="8" indent="-152408" algn="l">
              <a:spcBef>
                <a:spcPts val="120"/>
              </a:spcBef>
              <a:spcAft>
                <a:spcPts val="0"/>
              </a:spcAft>
              <a:buClr>
                <a:schemeClr val="dk1"/>
              </a:buClr>
              <a:buSzPts val="900"/>
              <a:buNone/>
              <a:defRPr sz="600"/>
            </a:lvl9pPr>
          </a:lstStyle>
          <a:p>
            <a:endParaRPr/>
          </a:p>
        </p:txBody>
      </p:sp>
      <p:sp>
        <p:nvSpPr>
          <p:cNvPr id="58" name="Google Shape;58;p9"/>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210061756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194859" y="3200400"/>
            <a:ext cx="3657600" cy="377825"/>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1333"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194859" y="408517"/>
            <a:ext cx="3657600" cy="2743200"/>
          </a:xfrm>
          <a:prstGeom prst="rect">
            <a:avLst/>
          </a:prstGeom>
          <a:noFill/>
          <a:ln>
            <a:noFill/>
          </a:ln>
        </p:spPr>
      </p:sp>
      <p:sp>
        <p:nvSpPr>
          <p:cNvPr id="64" name="Google Shape;64;p10"/>
          <p:cNvSpPr txBox="1">
            <a:spLocks noGrp="1"/>
          </p:cNvSpPr>
          <p:nvPr>
            <p:ph type="body" idx="1"/>
          </p:nvPr>
        </p:nvSpPr>
        <p:spPr>
          <a:xfrm>
            <a:off x="1194859" y="3578225"/>
            <a:ext cx="3657600" cy="536575"/>
          </a:xfrm>
          <a:prstGeom prst="rect">
            <a:avLst/>
          </a:prstGeom>
          <a:noFill/>
          <a:ln>
            <a:noFill/>
          </a:ln>
        </p:spPr>
        <p:txBody>
          <a:bodyPr spcFirstLastPara="1" wrap="square" lIns="91425" tIns="45700" rIns="91425" bIns="45700" anchor="t" anchorCtr="0">
            <a:normAutofit/>
          </a:bodyPr>
          <a:lstStyle>
            <a:lvl1pPr marL="304815" lvl="0" indent="-152408" algn="l">
              <a:spcBef>
                <a:spcPts val="187"/>
              </a:spcBef>
              <a:spcAft>
                <a:spcPts val="0"/>
              </a:spcAft>
              <a:buClr>
                <a:schemeClr val="dk1"/>
              </a:buClr>
              <a:buSzPts val="1400"/>
              <a:buNone/>
              <a:defRPr sz="933"/>
            </a:lvl1pPr>
            <a:lvl2pPr marL="609630" lvl="1" indent="-152408" algn="l">
              <a:spcBef>
                <a:spcPts val="160"/>
              </a:spcBef>
              <a:spcAft>
                <a:spcPts val="0"/>
              </a:spcAft>
              <a:buClr>
                <a:schemeClr val="dk1"/>
              </a:buClr>
              <a:buSzPts val="1200"/>
              <a:buNone/>
              <a:defRPr sz="800"/>
            </a:lvl2pPr>
            <a:lvl3pPr marL="914446" lvl="2" indent="-152408" algn="l">
              <a:spcBef>
                <a:spcPts val="133"/>
              </a:spcBef>
              <a:spcAft>
                <a:spcPts val="0"/>
              </a:spcAft>
              <a:buClr>
                <a:schemeClr val="dk1"/>
              </a:buClr>
              <a:buSzPts val="1000"/>
              <a:buNone/>
              <a:defRPr sz="667"/>
            </a:lvl3pPr>
            <a:lvl4pPr marL="1219261" lvl="3" indent="-152408" algn="l">
              <a:spcBef>
                <a:spcPts val="120"/>
              </a:spcBef>
              <a:spcAft>
                <a:spcPts val="0"/>
              </a:spcAft>
              <a:buClr>
                <a:schemeClr val="dk1"/>
              </a:buClr>
              <a:buSzPts val="900"/>
              <a:buNone/>
              <a:defRPr sz="600"/>
            </a:lvl4pPr>
            <a:lvl5pPr marL="1524076" lvl="4" indent="-152408" algn="l">
              <a:spcBef>
                <a:spcPts val="120"/>
              </a:spcBef>
              <a:spcAft>
                <a:spcPts val="0"/>
              </a:spcAft>
              <a:buClr>
                <a:schemeClr val="dk1"/>
              </a:buClr>
              <a:buSzPts val="900"/>
              <a:buNone/>
              <a:defRPr sz="600"/>
            </a:lvl5pPr>
            <a:lvl6pPr marL="1828891" lvl="5" indent="-152408" algn="l">
              <a:spcBef>
                <a:spcPts val="120"/>
              </a:spcBef>
              <a:spcAft>
                <a:spcPts val="0"/>
              </a:spcAft>
              <a:buClr>
                <a:schemeClr val="dk1"/>
              </a:buClr>
              <a:buSzPts val="900"/>
              <a:buNone/>
              <a:defRPr sz="600"/>
            </a:lvl6pPr>
            <a:lvl7pPr marL="2133707" lvl="6" indent="-152408" algn="l">
              <a:spcBef>
                <a:spcPts val="120"/>
              </a:spcBef>
              <a:spcAft>
                <a:spcPts val="0"/>
              </a:spcAft>
              <a:buClr>
                <a:schemeClr val="dk1"/>
              </a:buClr>
              <a:buSzPts val="900"/>
              <a:buNone/>
              <a:defRPr sz="600"/>
            </a:lvl7pPr>
            <a:lvl8pPr marL="2438522" lvl="7" indent="-152408" algn="l">
              <a:spcBef>
                <a:spcPts val="120"/>
              </a:spcBef>
              <a:spcAft>
                <a:spcPts val="0"/>
              </a:spcAft>
              <a:buClr>
                <a:schemeClr val="dk1"/>
              </a:buClr>
              <a:buSzPts val="900"/>
              <a:buNone/>
              <a:defRPr sz="600"/>
            </a:lvl8pPr>
            <a:lvl9pPr marL="2743337" lvl="8" indent="-152408" algn="l">
              <a:spcBef>
                <a:spcPts val="120"/>
              </a:spcBef>
              <a:spcAft>
                <a:spcPts val="0"/>
              </a:spcAft>
              <a:buClr>
                <a:schemeClr val="dk1"/>
              </a:buClr>
              <a:buSzPts val="900"/>
              <a:buNone/>
              <a:defRPr sz="600"/>
            </a:lvl9pPr>
          </a:lstStyle>
          <a:p>
            <a:endParaRPr/>
          </a:p>
        </p:txBody>
      </p:sp>
      <p:sp>
        <p:nvSpPr>
          <p:cNvPr id="65" name="Google Shape;65;p10"/>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29408880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304800" y="183092"/>
            <a:ext cx="5486400" cy="762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1539346" y="-167745"/>
            <a:ext cx="3017309" cy="5486400"/>
          </a:xfrm>
          <a:prstGeom prst="rect">
            <a:avLst/>
          </a:prstGeom>
          <a:noFill/>
          <a:ln>
            <a:noFill/>
          </a:ln>
        </p:spPr>
        <p:txBody>
          <a:bodyPr spcFirstLastPara="1" wrap="square" lIns="91425" tIns="45700" rIns="91425" bIns="45700" anchor="t" anchorCtr="0">
            <a:normAutofit/>
          </a:bodyPr>
          <a:lstStyle>
            <a:lvl1pPr marL="304815" lvl="0" indent="-228611" algn="l">
              <a:spcBef>
                <a:spcPts val="240"/>
              </a:spcBef>
              <a:spcAft>
                <a:spcPts val="0"/>
              </a:spcAft>
              <a:buClr>
                <a:schemeClr val="dk1"/>
              </a:buClr>
              <a:buSzPts val="1800"/>
              <a:buChar char="•"/>
              <a:defRPr/>
            </a:lvl1pPr>
            <a:lvl2pPr marL="609630" lvl="1" indent="-228611" algn="l">
              <a:spcBef>
                <a:spcPts val="240"/>
              </a:spcBef>
              <a:spcAft>
                <a:spcPts val="0"/>
              </a:spcAft>
              <a:buClr>
                <a:schemeClr val="dk1"/>
              </a:buClr>
              <a:buSzPts val="1800"/>
              <a:buChar char="–"/>
              <a:defRPr/>
            </a:lvl2pPr>
            <a:lvl3pPr marL="914446" lvl="2" indent="-228611" algn="l">
              <a:spcBef>
                <a:spcPts val="240"/>
              </a:spcBef>
              <a:spcAft>
                <a:spcPts val="0"/>
              </a:spcAft>
              <a:buClr>
                <a:schemeClr val="dk1"/>
              </a:buClr>
              <a:buSzPts val="1800"/>
              <a:buChar char="•"/>
              <a:defRPr/>
            </a:lvl3pPr>
            <a:lvl4pPr marL="1219261" lvl="3" indent="-228611" algn="l">
              <a:spcBef>
                <a:spcPts val="240"/>
              </a:spcBef>
              <a:spcAft>
                <a:spcPts val="0"/>
              </a:spcAft>
              <a:buClr>
                <a:schemeClr val="dk1"/>
              </a:buClr>
              <a:buSzPts val="1800"/>
              <a:buChar char="–"/>
              <a:defRPr/>
            </a:lvl4pPr>
            <a:lvl5pPr marL="1524076" lvl="4" indent="-228611" algn="l">
              <a:spcBef>
                <a:spcPts val="240"/>
              </a:spcBef>
              <a:spcAft>
                <a:spcPts val="0"/>
              </a:spcAft>
              <a:buClr>
                <a:schemeClr val="dk1"/>
              </a:buClr>
              <a:buSzPts val="1800"/>
              <a:buChar char="»"/>
              <a:defRPr/>
            </a:lvl5pPr>
            <a:lvl6pPr marL="1828891" lvl="5" indent="-228611" algn="l">
              <a:spcBef>
                <a:spcPts val="240"/>
              </a:spcBef>
              <a:spcAft>
                <a:spcPts val="0"/>
              </a:spcAft>
              <a:buClr>
                <a:schemeClr val="dk1"/>
              </a:buClr>
              <a:buSzPts val="1800"/>
              <a:buChar char="•"/>
              <a:defRPr/>
            </a:lvl6pPr>
            <a:lvl7pPr marL="2133707" lvl="6" indent="-228611" algn="l">
              <a:spcBef>
                <a:spcPts val="240"/>
              </a:spcBef>
              <a:spcAft>
                <a:spcPts val="0"/>
              </a:spcAft>
              <a:buClr>
                <a:schemeClr val="dk1"/>
              </a:buClr>
              <a:buSzPts val="1800"/>
              <a:buChar char="•"/>
              <a:defRPr/>
            </a:lvl7pPr>
            <a:lvl8pPr marL="2438522" lvl="7" indent="-228611" algn="l">
              <a:spcBef>
                <a:spcPts val="240"/>
              </a:spcBef>
              <a:spcAft>
                <a:spcPts val="0"/>
              </a:spcAft>
              <a:buClr>
                <a:schemeClr val="dk1"/>
              </a:buClr>
              <a:buSzPts val="1800"/>
              <a:buChar char="•"/>
              <a:defRPr/>
            </a:lvl8pPr>
            <a:lvl9pPr marL="2743337" lvl="8" indent="-228611" algn="l">
              <a:spcBef>
                <a:spcPts val="24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2438025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3154892" y="1447801"/>
            <a:ext cx="3901017" cy="13716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360892" y="127000"/>
            <a:ext cx="3901017" cy="4013200"/>
          </a:xfrm>
          <a:prstGeom prst="rect">
            <a:avLst/>
          </a:prstGeom>
          <a:noFill/>
          <a:ln>
            <a:noFill/>
          </a:ln>
        </p:spPr>
        <p:txBody>
          <a:bodyPr spcFirstLastPara="1" wrap="square" lIns="91425" tIns="45700" rIns="91425" bIns="45700" anchor="t" anchorCtr="0">
            <a:normAutofit/>
          </a:bodyPr>
          <a:lstStyle>
            <a:lvl1pPr marL="304815" lvl="0" indent="-228611" algn="l">
              <a:spcBef>
                <a:spcPts val="240"/>
              </a:spcBef>
              <a:spcAft>
                <a:spcPts val="0"/>
              </a:spcAft>
              <a:buClr>
                <a:schemeClr val="dk1"/>
              </a:buClr>
              <a:buSzPts val="1800"/>
              <a:buChar char="•"/>
              <a:defRPr/>
            </a:lvl1pPr>
            <a:lvl2pPr marL="609630" lvl="1" indent="-228611" algn="l">
              <a:spcBef>
                <a:spcPts val="240"/>
              </a:spcBef>
              <a:spcAft>
                <a:spcPts val="0"/>
              </a:spcAft>
              <a:buClr>
                <a:schemeClr val="dk1"/>
              </a:buClr>
              <a:buSzPts val="1800"/>
              <a:buChar char="–"/>
              <a:defRPr/>
            </a:lvl2pPr>
            <a:lvl3pPr marL="914446" lvl="2" indent="-228611" algn="l">
              <a:spcBef>
                <a:spcPts val="240"/>
              </a:spcBef>
              <a:spcAft>
                <a:spcPts val="0"/>
              </a:spcAft>
              <a:buClr>
                <a:schemeClr val="dk1"/>
              </a:buClr>
              <a:buSzPts val="1800"/>
              <a:buChar char="•"/>
              <a:defRPr/>
            </a:lvl3pPr>
            <a:lvl4pPr marL="1219261" lvl="3" indent="-228611" algn="l">
              <a:spcBef>
                <a:spcPts val="240"/>
              </a:spcBef>
              <a:spcAft>
                <a:spcPts val="0"/>
              </a:spcAft>
              <a:buClr>
                <a:schemeClr val="dk1"/>
              </a:buClr>
              <a:buSzPts val="1800"/>
              <a:buChar char="–"/>
              <a:defRPr/>
            </a:lvl4pPr>
            <a:lvl5pPr marL="1524076" lvl="4" indent="-228611" algn="l">
              <a:spcBef>
                <a:spcPts val="240"/>
              </a:spcBef>
              <a:spcAft>
                <a:spcPts val="0"/>
              </a:spcAft>
              <a:buClr>
                <a:schemeClr val="dk1"/>
              </a:buClr>
              <a:buSzPts val="1800"/>
              <a:buChar char="»"/>
              <a:defRPr/>
            </a:lvl5pPr>
            <a:lvl6pPr marL="1828891" lvl="5" indent="-228611" algn="l">
              <a:spcBef>
                <a:spcPts val="240"/>
              </a:spcBef>
              <a:spcAft>
                <a:spcPts val="0"/>
              </a:spcAft>
              <a:buClr>
                <a:schemeClr val="dk1"/>
              </a:buClr>
              <a:buSzPts val="1800"/>
              <a:buChar char="•"/>
              <a:defRPr/>
            </a:lvl6pPr>
            <a:lvl7pPr marL="2133707" lvl="6" indent="-228611" algn="l">
              <a:spcBef>
                <a:spcPts val="240"/>
              </a:spcBef>
              <a:spcAft>
                <a:spcPts val="0"/>
              </a:spcAft>
              <a:buClr>
                <a:schemeClr val="dk1"/>
              </a:buClr>
              <a:buSzPts val="1800"/>
              <a:buChar char="•"/>
              <a:defRPr/>
            </a:lvl7pPr>
            <a:lvl8pPr marL="2438522" lvl="7" indent="-228611" algn="l">
              <a:spcBef>
                <a:spcPts val="240"/>
              </a:spcBef>
              <a:spcAft>
                <a:spcPts val="0"/>
              </a:spcAft>
              <a:buClr>
                <a:schemeClr val="dk1"/>
              </a:buClr>
              <a:buSzPts val="1800"/>
              <a:buChar char="•"/>
              <a:defRPr/>
            </a:lvl8pPr>
            <a:lvl9pPr marL="2743337" lvl="8" indent="-228611" algn="l">
              <a:spcBef>
                <a:spcPts val="24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22344024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heme" Target="../theme/theme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FFE853A8-BABE-4EEA-9FB1-73EA704E8E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267CB922-0E3E-41C0-9C80-31C796257B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F8024FB5-D1BA-4637-A2B3-2469BDB1A5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C443A6-83DC-4856-A11D-DBC81456071D}" type="datetimeFigureOut">
              <a:rPr lang="it-IT" smtClean="0"/>
              <a:t>27/04/2026</a:t>
            </a:fld>
            <a:endParaRPr lang="it-IT"/>
          </a:p>
        </p:txBody>
      </p:sp>
      <p:sp>
        <p:nvSpPr>
          <p:cNvPr id="5" name="Segnaposto piè di pagina 4">
            <a:extLst>
              <a:ext uri="{FF2B5EF4-FFF2-40B4-BE49-F238E27FC236}">
                <a16:creationId xmlns:a16="http://schemas.microsoft.com/office/drawing/2014/main" id="{2FC43967-B4CD-4ABA-9935-2FFB83B740D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a:extLst>
              <a:ext uri="{FF2B5EF4-FFF2-40B4-BE49-F238E27FC236}">
                <a16:creationId xmlns:a16="http://schemas.microsoft.com/office/drawing/2014/main" id="{CD309784-7990-4C3F-B899-222DC7D40A1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6D4672-51B9-4845-9E81-C2365497E07A}" type="slidenum">
              <a:rPr lang="it-IT" smtClean="0"/>
              <a:t>‹N›</a:t>
            </a:fld>
            <a:endParaRPr lang="it-IT"/>
          </a:p>
        </p:txBody>
      </p:sp>
    </p:spTree>
    <p:extLst>
      <p:ext uri="{BB962C8B-B14F-4D97-AF65-F5344CB8AC3E}">
        <p14:creationId xmlns:p14="http://schemas.microsoft.com/office/powerpoint/2010/main" val="16591334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04800" y="183092"/>
            <a:ext cx="5486400" cy="762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304800" y="1066800"/>
            <a:ext cx="5486400" cy="3017309"/>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8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8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800" b="0" i="0" u="none" strike="noStrike" cap="none">
                <a:solidFill>
                  <a:srgbClr val="888888"/>
                </a:solidFill>
                <a:latin typeface="Calibri"/>
                <a:ea typeface="Calibri"/>
                <a:cs typeface="Calibri"/>
                <a:sym typeface="Calibri"/>
              </a:defRPr>
            </a:lvl1pPr>
            <a:lvl2pPr marL="0" marR="0" lvl="1" indent="0" algn="r" rtl="0">
              <a:spcBef>
                <a:spcPts val="0"/>
              </a:spcBef>
              <a:buNone/>
              <a:defRPr sz="800" b="0" i="0" u="none" strike="noStrike" cap="none">
                <a:solidFill>
                  <a:srgbClr val="888888"/>
                </a:solidFill>
                <a:latin typeface="Calibri"/>
                <a:ea typeface="Calibri"/>
                <a:cs typeface="Calibri"/>
                <a:sym typeface="Calibri"/>
              </a:defRPr>
            </a:lvl2pPr>
            <a:lvl3pPr marL="0" marR="0" lvl="2" indent="0" algn="r" rtl="0">
              <a:spcBef>
                <a:spcPts val="0"/>
              </a:spcBef>
              <a:buNone/>
              <a:defRPr sz="800" b="0" i="0" u="none" strike="noStrike" cap="none">
                <a:solidFill>
                  <a:srgbClr val="888888"/>
                </a:solidFill>
                <a:latin typeface="Calibri"/>
                <a:ea typeface="Calibri"/>
                <a:cs typeface="Calibri"/>
                <a:sym typeface="Calibri"/>
              </a:defRPr>
            </a:lvl3pPr>
            <a:lvl4pPr marL="0" marR="0" lvl="3" indent="0" algn="r" rtl="0">
              <a:spcBef>
                <a:spcPts val="0"/>
              </a:spcBef>
              <a:buNone/>
              <a:defRPr sz="800" b="0" i="0" u="none" strike="noStrike" cap="none">
                <a:solidFill>
                  <a:srgbClr val="888888"/>
                </a:solidFill>
                <a:latin typeface="Calibri"/>
                <a:ea typeface="Calibri"/>
                <a:cs typeface="Calibri"/>
                <a:sym typeface="Calibri"/>
              </a:defRPr>
            </a:lvl4pPr>
            <a:lvl5pPr marL="0" marR="0" lvl="4" indent="0" algn="r" rtl="0">
              <a:spcBef>
                <a:spcPts val="0"/>
              </a:spcBef>
              <a:buNone/>
              <a:defRPr sz="800" b="0" i="0" u="none" strike="noStrike" cap="none">
                <a:solidFill>
                  <a:srgbClr val="888888"/>
                </a:solidFill>
                <a:latin typeface="Calibri"/>
                <a:ea typeface="Calibri"/>
                <a:cs typeface="Calibri"/>
                <a:sym typeface="Calibri"/>
              </a:defRPr>
            </a:lvl5pPr>
            <a:lvl6pPr marL="0" marR="0" lvl="5" indent="0" algn="r" rtl="0">
              <a:spcBef>
                <a:spcPts val="0"/>
              </a:spcBef>
              <a:buNone/>
              <a:defRPr sz="800" b="0" i="0" u="none" strike="noStrike" cap="none">
                <a:solidFill>
                  <a:srgbClr val="888888"/>
                </a:solidFill>
                <a:latin typeface="Calibri"/>
                <a:ea typeface="Calibri"/>
                <a:cs typeface="Calibri"/>
                <a:sym typeface="Calibri"/>
              </a:defRPr>
            </a:lvl6pPr>
            <a:lvl7pPr marL="0" marR="0" lvl="6" indent="0" algn="r" rtl="0">
              <a:spcBef>
                <a:spcPts val="0"/>
              </a:spcBef>
              <a:buNone/>
              <a:defRPr sz="800" b="0" i="0" u="none" strike="noStrike" cap="none">
                <a:solidFill>
                  <a:srgbClr val="888888"/>
                </a:solidFill>
                <a:latin typeface="Calibri"/>
                <a:ea typeface="Calibri"/>
                <a:cs typeface="Calibri"/>
                <a:sym typeface="Calibri"/>
              </a:defRPr>
            </a:lvl7pPr>
            <a:lvl8pPr marL="0" marR="0" lvl="7" indent="0" algn="r" rtl="0">
              <a:spcBef>
                <a:spcPts val="0"/>
              </a:spcBef>
              <a:buNone/>
              <a:defRPr sz="800" b="0" i="0" u="none" strike="noStrike" cap="none">
                <a:solidFill>
                  <a:srgbClr val="888888"/>
                </a:solidFill>
                <a:latin typeface="Calibri"/>
                <a:ea typeface="Calibri"/>
                <a:cs typeface="Calibri"/>
                <a:sym typeface="Calibri"/>
              </a:defRPr>
            </a:lvl8pPr>
            <a:lvl9pPr marL="0" marR="0" lvl="8" indent="0" algn="r" rtl="0">
              <a:spcBef>
                <a:spcPts val="0"/>
              </a:spcBef>
              <a:buNone/>
              <a:defRPr sz="800" b="0" i="0" u="none" strike="noStrike" cap="none">
                <a:solidFill>
                  <a:srgbClr val="888888"/>
                </a:solidFill>
                <a:latin typeface="Calibri"/>
                <a:ea typeface="Calibri"/>
                <a:cs typeface="Calibri"/>
                <a:sym typeface="Calibri"/>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4133769781"/>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479EA"/>
        </a:solidFill>
        <a:effectLst/>
      </p:bgPr>
    </p:bg>
    <p:spTree>
      <p:nvGrpSpPr>
        <p:cNvPr id="1" name="Shape 83"/>
        <p:cNvGrpSpPr/>
        <p:nvPr/>
      </p:nvGrpSpPr>
      <p:grpSpPr>
        <a:xfrm>
          <a:off x="0" y="0"/>
          <a:ext cx="0" cy="0"/>
          <a:chOff x="0" y="0"/>
          <a:chExt cx="0" cy="0"/>
        </a:xfrm>
      </p:grpSpPr>
      <p:sp>
        <p:nvSpPr>
          <p:cNvPr id="84" name="Google Shape;84;p13"/>
          <p:cNvSpPr/>
          <p:nvPr/>
        </p:nvSpPr>
        <p:spPr>
          <a:xfrm>
            <a:off x="685800" y="834282"/>
            <a:ext cx="2706633" cy="962350"/>
          </a:xfrm>
          <a:custGeom>
            <a:avLst/>
            <a:gdLst/>
            <a:ahLst/>
            <a:cxnLst/>
            <a:rect l="l" t="t" r="r" b="b"/>
            <a:pathLst>
              <a:path w="4059950" h="1443525" extrusionOk="0">
                <a:moveTo>
                  <a:pt x="0" y="0"/>
                </a:moveTo>
                <a:lnTo>
                  <a:pt x="4059950" y="0"/>
                </a:lnTo>
                <a:lnTo>
                  <a:pt x="4059950" y="1443525"/>
                </a:lnTo>
                <a:lnTo>
                  <a:pt x="0" y="1443525"/>
                </a:lnTo>
                <a:lnTo>
                  <a:pt x="0" y="0"/>
                </a:lnTo>
                <a:close/>
              </a:path>
            </a:pathLst>
          </a:custGeom>
          <a:blipFill rotWithShape="1">
            <a:blip r:embed="rId3">
              <a:alphaModFix/>
            </a:blip>
            <a:stretch>
              <a:fillRect b="-259"/>
            </a:stretch>
          </a:blipFill>
          <a:ln>
            <a:noFill/>
          </a:ln>
        </p:spPr>
      </p:sp>
      <p:pic>
        <p:nvPicPr>
          <p:cNvPr id="85" name="Google Shape;85;p13"/>
          <p:cNvPicPr preferRelativeResize="0"/>
          <p:nvPr/>
        </p:nvPicPr>
        <p:blipFill rotWithShape="1">
          <a:blip r:embed="rId4">
            <a:alphaModFix/>
          </a:blip>
          <a:srcRect/>
          <a:stretch/>
        </p:blipFill>
        <p:spPr>
          <a:xfrm>
            <a:off x="7767684" y="3048800"/>
            <a:ext cx="3738517" cy="2972121"/>
          </a:xfrm>
          <a:prstGeom prst="rect">
            <a:avLst/>
          </a:prstGeom>
          <a:noFill/>
          <a:ln>
            <a:noFill/>
          </a:ln>
        </p:spPr>
      </p:pic>
      <p:sp>
        <p:nvSpPr>
          <p:cNvPr id="86" name="Google Shape;86;p13"/>
          <p:cNvSpPr txBox="1"/>
          <p:nvPr/>
        </p:nvSpPr>
        <p:spPr>
          <a:xfrm>
            <a:off x="685800" y="3201627"/>
            <a:ext cx="4832657" cy="1034129"/>
          </a:xfrm>
          <a:prstGeom prst="rect">
            <a:avLst/>
          </a:prstGeom>
          <a:noFill/>
          <a:ln>
            <a:noFill/>
          </a:ln>
        </p:spPr>
        <p:txBody>
          <a:bodyPr spcFirstLastPara="1" wrap="square" lIns="0" tIns="0" rIns="0" bIns="0" anchor="t" anchorCtr="0">
            <a:spAutoFit/>
          </a:bodyPr>
          <a:lstStyle/>
          <a:p>
            <a:pPr defTabSz="609630">
              <a:lnSpc>
                <a:spcPct val="120000"/>
              </a:lnSpc>
              <a:buClr>
                <a:srgbClr val="000000"/>
              </a:buClr>
            </a:pPr>
            <a:r>
              <a:rPr lang="en-US" sz="5600" b="1" kern="0">
                <a:solidFill>
                  <a:srgbClr val="FFFFFF"/>
                </a:solidFill>
                <a:latin typeface="Poppins SemiBold"/>
                <a:ea typeface="Poppins SemiBold"/>
                <a:cs typeface="Poppins SemiBold"/>
                <a:sym typeface="Poppins SemiBold"/>
              </a:rPr>
              <a:t>Corso EOA</a:t>
            </a:r>
            <a:endParaRPr sz="933" kern="0">
              <a:solidFill>
                <a:srgbClr val="000000"/>
              </a:solidFill>
              <a:latin typeface="Arial"/>
              <a:cs typeface="Arial"/>
              <a:sym typeface="Arial"/>
            </a:endParaRPr>
          </a:p>
        </p:txBody>
      </p:sp>
      <p:sp>
        <p:nvSpPr>
          <p:cNvPr id="87" name="Google Shape;87;p13"/>
          <p:cNvSpPr txBox="1"/>
          <p:nvPr/>
        </p:nvSpPr>
        <p:spPr>
          <a:xfrm>
            <a:off x="3585412" y="902380"/>
            <a:ext cx="3151981" cy="660437"/>
          </a:xfrm>
          <a:prstGeom prst="rect">
            <a:avLst/>
          </a:prstGeom>
          <a:noFill/>
          <a:ln>
            <a:noFill/>
          </a:ln>
        </p:spPr>
        <p:txBody>
          <a:bodyPr spcFirstLastPara="1" wrap="square" lIns="0" tIns="0" rIns="0" bIns="0" anchor="t" anchorCtr="0">
            <a:spAutoFit/>
          </a:bodyPr>
          <a:lstStyle/>
          <a:p>
            <a:pPr defTabSz="609630">
              <a:lnSpc>
                <a:spcPct val="161030"/>
              </a:lnSpc>
              <a:buClr>
                <a:srgbClr val="000000"/>
              </a:buClr>
            </a:pPr>
            <a:r>
              <a:rPr lang="en-US" sz="1333" b="1" kern="0" dirty="0">
                <a:solidFill>
                  <a:srgbClr val="FFFFFF"/>
                </a:solidFill>
                <a:latin typeface="Poppins"/>
                <a:ea typeface="Poppins"/>
                <a:cs typeface="Poppins"/>
                <a:sym typeface="Poppins"/>
              </a:rPr>
              <a:t>LAUREA TRIENNALE IN INFORMATICA </a:t>
            </a:r>
            <a:endParaRPr sz="933" kern="0" dirty="0">
              <a:solidFill>
                <a:srgbClr val="000000"/>
              </a:solidFill>
              <a:latin typeface="Arial"/>
              <a:cs typeface="Arial"/>
              <a:sym typeface="Arial"/>
            </a:endParaRPr>
          </a:p>
        </p:txBody>
      </p:sp>
      <p:sp>
        <p:nvSpPr>
          <p:cNvPr id="88" name="Google Shape;88;p13"/>
          <p:cNvSpPr txBox="1"/>
          <p:nvPr/>
        </p:nvSpPr>
        <p:spPr>
          <a:xfrm>
            <a:off x="687679" y="4196240"/>
            <a:ext cx="4473724" cy="590931"/>
          </a:xfrm>
          <a:prstGeom prst="rect">
            <a:avLst/>
          </a:prstGeom>
          <a:noFill/>
          <a:ln>
            <a:noFill/>
          </a:ln>
        </p:spPr>
        <p:txBody>
          <a:bodyPr spcFirstLastPara="1" wrap="square" lIns="0" tIns="0" rIns="0" bIns="0" anchor="t" anchorCtr="0">
            <a:spAutoFit/>
          </a:bodyPr>
          <a:lstStyle/>
          <a:p>
            <a:pPr defTabSz="609630">
              <a:lnSpc>
                <a:spcPct val="120010"/>
              </a:lnSpc>
              <a:buClr>
                <a:srgbClr val="000000"/>
              </a:buClr>
            </a:pPr>
            <a:r>
              <a:rPr lang="en-US" sz="1867" b="1" kern="0" dirty="0">
                <a:solidFill>
                  <a:srgbClr val="FFFFFF"/>
                </a:solidFill>
                <a:latin typeface="Poppins"/>
                <a:ea typeface="Poppins"/>
                <a:cs typeface="Poppins"/>
                <a:sym typeface="Poppins"/>
              </a:rPr>
              <a:t>Prof. Giuseppe </a:t>
            </a:r>
            <a:r>
              <a:rPr lang="en-US" sz="1867" b="1" kern="0" dirty="0" err="1">
                <a:solidFill>
                  <a:srgbClr val="FFFFFF"/>
                </a:solidFill>
                <a:latin typeface="Poppins"/>
                <a:ea typeface="Poppins"/>
                <a:cs typeface="Poppins"/>
                <a:sym typeface="Poppins"/>
              </a:rPr>
              <a:t>Piccirillo</a:t>
            </a:r>
            <a:endParaRPr sz="1333" kern="0" dirty="0">
              <a:solidFill>
                <a:srgbClr val="000000"/>
              </a:solidFill>
              <a:latin typeface="Arial"/>
              <a:cs typeface="Arial"/>
              <a:sym typeface="Arial"/>
            </a:endParaRPr>
          </a:p>
          <a:p>
            <a:pPr defTabSz="609630">
              <a:lnSpc>
                <a:spcPct val="120010"/>
              </a:lnSpc>
              <a:buClr>
                <a:srgbClr val="000000"/>
              </a:buClr>
            </a:pPr>
            <a:endParaRPr sz="1333" b="1" kern="0" dirty="0">
              <a:solidFill>
                <a:srgbClr val="FFFFFF"/>
              </a:solidFill>
              <a:latin typeface="Poppins"/>
              <a:ea typeface="Poppins"/>
              <a:cs typeface="Poppins"/>
              <a:sym typeface="Poppins"/>
            </a:endParaRPr>
          </a:p>
        </p:txBody>
      </p:sp>
      <p:sp>
        <p:nvSpPr>
          <p:cNvPr id="89" name="Google Shape;89;p13"/>
          <p:cNvSpPr txBox="1"/>
          <p:nvPr/>
        </p:nvSpPr>
        <p:spPr>
          <a:xfrm>
            <a:off x="6967489" y="959530"/>
            <a:ext cx="3694067" cy="492314"/>
          </a:xfrm>
          <a:prstGeom prst="rect">
            <a:avLst/>
          </a:prstGeom>
          <a:noFill/>
          <a:ln>
            <a:noFill/>
          </a:ln>
        </p:spPr>
        <p:txBody>
          <a:bodyPr spcFirstLastPara="1" wrap="square" lIns="0" tIns="0" rIns="0" bIns="0" anchor="t" anchorCtr="0">
            <a:spAutoFit/>
          </a:bodyPr>
          <a:lstStyle/>
          <a:p>
            <a:pPr defTabSz="609630">
              <a:lnSpc>
                <a:spcPct val="120010"/>
              </a:lnSpc>
              <a:buClr>
                <a:srgbClr val="000000"/>
              </a:buClr>
            </a:pPr>
            <a:r>
              <a:rPr lang="en-US" sz="1333" b="1" kern="0" dirty="0">
                <a:solidFill>
                  <a:srgbClr val="FFFFFF"/>
                </a:solidFill>
                <a:latin typeface="Poppins"/>
                <a:ea typeface="Poppins"/>
                <a:cs typeface="Poppins"/>
                <a:sym typeface="Poppins"/>
              </a:rPr>
              <a:t>CORSO II SEMESTRE</a:t>
            </a:r>
            <a:endParaRPr sz="933" kern="0" dirty="0">
              <a:solidFill>
                <a:srgbClr val="000000"/>
              </a:solidFill>
              <a:latin typeface="Arial"/>
              <a:cs typeface="Arial"/>
              <a:sym typeface="Arial"/>
            </a:endParaRPr>
          </a:p>
          <a:p>
            <a:pPr defTabSz="609630">
              <a:lnSpc>
                <a:spcPct val="120010"/>
              </a:lnSpc>
              <a:buClr>
                <a:srgbClr val="000000"/>
              </a:buClr>
            </a:pPr>
            <a:r>
              <a:rPr lang="en-US" sz="1333" b="1" kern="0">
                <a:solidFill>
                  <a:srgbClr val="FFFFFF"/>
                </a:solidFill>
                <a:latin typeface="Poppins"/>
                <a:ea typeface="Poppins"/>
                <a:cs typeface="Poppins"/>
                <a:sym typeface="Poppins"/>
              </a:rPr>
              <a:t>2025 - 2026</a:t>
            </a:r>
            <a:endParaRPr sz="933" kern="0" dirty="0">
              <a:solidFill>
                <a:srgbClr val="000000"/>
              </a:solidFill>
              <a:latin typeface="Arial"/>
              <a:cs typeface="Arial"/>
              <a:sym typeface="Arial"/>
            </a:endParaRPr>
          </a:p>
        </p:txBody>
      </p:sp>
      <p:sp>
        <p:nvSpPr>
          <p:cNvPr id="91" name="Google Shape;91;p13"/>
          <p:cNvSpPr txBox="1"/>
          <p:nvPr/>
        </p:nvSpPr>
        <p:spPr>
          <a:xfrm>
            <a:off x="685800" y="2453454"/>
            <a:ext cx="10124792" cy="369204"/>
          </a:xfrm>
          <a:prstGeom prst="rect">
            <a:avLst/>
          </a:prstGeom>
          <a:noFill/>
          <a:ln>
            <a:noFill/>
          </a:ln>
        </p:spPr>
        <p:txBody>
          <a:bodyPr spcFirstLastPara="1" wrap="square" lIns="0" tIns="0" rIns="0" bIns="0" anchor="t" anchorCtr="0">
            <a:spAutoFit/>
          </a:bodyPr>
          <a:lstStyle/>
          <a:p>
            <a:pPr defTabSz="609630">
              <a:lnSpc>
                <a:spcPct val="120006"/>
              </a:lnSpc>
              <a:buClr>
                <a:srgbClr val="000000"/>
              </a:buClr>
            </a:pPr>
            <a:r>
              <a:rPr lang="en-US" sz="1999" b="1" kern="0" dirty="0">
                <a:solidFill>
                  <a:srgbClr val="FFFFFF"/>
                </a:solidFill>
                <a:latin typeface="Poppins"/>
                <a:ea typeface="Poppins"/>
                <a:cs typeface="Poppins"/>
                <a:sym typeface="Poppins"/>
              </a:rPr>
              <a:t>LEZIONE. </a:t>
            </a:r>
            <a:r>
              <a:rPr lang="en-US" sz="1999" b="1" kern="0">
                <a:solidFill>
                  <a:srgbClr val="FFFFFF"/>
                </a:solidFill>
                <a:latin typeface="Poppins"/>
                <a:ea typeface="Poppins"/>
                <a:cs typeface="Poppins"/>
                <a:sym typeface="Poppins"/>
              </a:rPr>
              <a:t>10 </a:t>
            </a:r>
            <a:r>
              <a:rPr lang="en-US" sz="1999" b="1" kern="0" dirty="0">
                <a:solidFill>
                  <a:srgbClr val="FFFFFF"/>
                </a:solidFill>
                <a:latin typeface="Poppins"/>
                <a:ea typeface="Poppins"/>
                <a:cs typeface="Poppins"/>
                <a:sym typeface="Poppins"/>
              </a:rPr>
              <a:t>-  RICLASSIFICARE IL BILANCIO</a:t>
            </a:r>
            <a:endParaRPr sz="933" kern="0" dirty="0">
              <a:solidFill>
                <a:srgbClr val="000000"/>
              </a:solidFill>
              <a:latin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4C1DE1C-4D38-4B06-98E1-B25A0198EB00}"/>
              </a:ext>
            </a:extLst>
          </p:cNvPr>
          <p:cNvSpPr/>
          <p:nvPr/>
        </p:nvSpPr>
        <p:spPr>
          <a:xfrm>
            <a:off x="806823" y="907268"/>
            <a:ext cx="10372166" cy="4401205"/>
          </a:xfrm>
          <a:prstGeom prst="rect">
            <a:avLst/>
          </a:prstGeom>
        </p:spPr>
        <p:txBody>
          <a:bodyPr wrap="square">
            <a:spAutoFit/>
          </a:bodyPr>
          <a:lstStyle/>
          <a:p>
            <a:pPr algn="just"/>
            <a:r>
              <a:rPr lang="it-IT" sz="4000" u="sng" dirty="0">
                <a:solidFill>
                  <a:srgbClr val="0070C0"/>
                </a:solidFill>
                <a:latin typeface="Poppins" panose="020B0604020202020204" charset="0"/>
                <a:cs typeface="Poppins" panose="020B0604020202020204" charset="0"/>
              </a:rPr>
              <a:t>Riclassificare</a:t>
            </a:r>
            <a:r>
              <a:rPr lang="it-IT" sz="4000" dirty="0">
                <a:solidFill>
                  <a:srgbClr val="0070C0"/>
                </a:solidFill>
                <a:latin typeface="Poppins" panose="020B0604020202020204" charset="0"/>
                <a:cs typeface="Poppins" panose="020B0604020202020204" charset="0"/>
              </a:rPr>
              <a:t> significa disporre i dati di partenza contenuti nello stato patrimoniale e nel conto economico in un’altra maniera, disaggregandoli, riaggregandoli e infine riordinandoli diversamente, così da evidenziare alcune voci e favorire il confronto o l’analisi.</a:t>
            </a:r>
          </a:p>
        </p:txBody>
      </p:sp>
    </p:spTree>
    <p:extLst>
      <p:ext uri="{BB962C8B-B14F-4D97-AF65-F5344CB8AC3E}">
        <p14:creationId xmlns:p14="http://schemas.microsoft.com/office/powerpoint/2010/main" val="32167985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4C1DE1C-4D38-4B06-98E1-B25A0198EB00}"/>
              </a:ext>
            </a:extLst>
          </p:cNvPr>
          <p:cNvSpPr/>
          <p:nvPr/>
        </p:nvSpPr>
        <p:spPr>
          <a:xfrm>
            <a:off x="806823" y="907268"/>
            <a:ext cx="10372166" cy="4524315"/>
          </a:xfrm>
          <a:prstGeom prst="rect">
            <a:avLst/>
          </a:prstGeom>
        </p:spPr>
        <p:txBody>
          <a:bodyPr wrap="square">
            <a:spAutoFit/>
          </a:bodyPr>
          <a:lstStyle/>
          <a:p>
            <a:pPr algn="just"/>
            <a:r>
              <a:rPr lang="it-IT" sz="3600" dirty="0">
                <a:solidFill>
                  <a:srgbClr val="0070C0"/>
                </a:solidFill>
                <a:latin typeface="Poppins" panose="020B0604020202020204" charset="0"/>
                <a:cs typeface="Poppins" panose="020B0604020202020204" charset="0"/>
              </a:rPr>
              <a:t>Bisogna creare un nuovo schema di stato patrimoniale in cui le attività e le passività restano sempre separate, ma sono ordinate in maniera decrescente in funzione della loro liquidità o esigibilità: si comincia a sistemare nella parte alta quelle che vengono trasformate in denaro per prime e si finisce con quelle che hanno una durata maggiore.</a:t>
            </a:r>
          </a:p>
        </p:txBody>
      </p:sp>
    </p:spTree>
    <p:extLst>
      <p:ext uri="{BB962C8B-B14F-4D97-AF65-F5344CB8AC3E}">
        <p14:creationId xmlns:p14="http://schemas.microsoft.com/office/powerpoint/2010/main" val="37347033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4C1DE1C-4D38-4B06-98E1-B25A0198EB00}"/>
              </a:ext>
            </a:extLst>
          </p:cNvPr>
          <p:cNvSpPr/>
          <p:nvPr/>
        </p:nvSpPr>
        <p:spPr>
          <a:xfrm>
            <a:off x="797858" y="612844"/>
            <a:ext cx="10372166" cy="3539430"/>
          </a:xfrm>
          <a:prstGeom prst="rect">
            <a:avLst/>
          </a:prstGeom>
        </p:spPr>
        <p:txBody>
          <a:bodyPr wrap="square">
            <a:spAutoFit/>
          </a:bodyPr>
          <a:lstStyle/>
          <a:p>
            <a:pPr algn="just"/>
            <a:r>
              <a:rPr lang="it-IT" sz="2800" dirty="0">
                <a:solidFill>
                  <a:srgbClr val="0070C0"/>
                </a:solidFill>
                <a:latin typeface="Poppins" panose="020B0604020202020204" charset="0"/>
                <a:cs typeface="Poppins" panose="020B0604020202020204" charset="0"/>
              </a:rPr>
              <a:t>Le attività sono divise in funzione del momento in cui daranno luogo a un flusso di cassa e in particolare si parla di:</a:t>
            </a:r>
          </a:p>
          <a:p>
            <a:pPr marL="571500" indent="-571500" algn="just">
              <a:buFont typeface="Arial" panose="020B0604020202020204" pitchFamily="34" charset="0"/>
              <a:buChar char="•"/>
            </a:pPr>
            <a:r>
              <a:rPr lang="it-IT" sz="2800" dirty="0">
                <a:solidFill>
                  <a:srgbClr val="0070C0"/>
                </a:solidFill>
                <a:latin typeface="Poppins" panose="020B0604020202020204" charset="0"/>
                <a:cs typeface="Poppins" panose="020B0604020202020204" charset="0"/>
              </a:rPr>
              <a:t>attività correnti, se possono essere monetizzate entro 12 mesi;</a:t>
            </a:r>
          </a:p>
          <a:p>
            <a:pPr marL="571500" indent="-571500" algn="just">
              <a:buFont typeface="Arial" panose="020B0604020202020204" pitchFamily="34" charset="0"/>
              <a:buChar char="•"/>
            </a:pPr>
            <a:r>
              <a:rPr lang="it-IT" sz="2800" dirty="0">
                <a:solidFill>
                  <a:srgbClr val="0070C0"/>
                </a:solidFill>
                <a:latin typeface="Poppins" panose="020B0604020202020204" charset="0"/>
                <a:cs typeface="Poppins" panose="020B0604020202020204" charset="0"/>
              </a:rPr>
              <a:t>attività consolidate (o immobilizzate), quando la loro scadenza avviene oltre i 12 mesi; a loro volta queste attività possono essere suddivise in base alla loro natura in materiali, immateriali e finanziarie.</a:t>
            </a:r>
          </a:p>
        </p:txBody>
      </p:sp>
      <p:pic>
        <p:nvPicPr>
          <p:cNvPr id="3" name="Immagine 2">
            <a:extLst>
              <a:ext uri="{FF2B5EF4-FFF2-40B4-BE49-F238E27FC236}">
                <a16:creationId xmlns:a16="http://schemas.microsoft.com/office/drawing/2014/main" id="{946C41BA-DAB0-4F51-B16D-530A8414F659}"/>
              </a:ext>
            </a:extLst>
          </p:cNvPr>
          <p:cNvPicPr>
            <a:picLocks noChangeAspect="1"/>
          </p:cNvPicPr>
          <p:nvPr/>
        </p:nvPicPr>
        <p:blipFill rotWithShape="1">
          <a:blip r:embed="rId2"/>
          <a:srcRect t="11958"/>
          <a:stretch/>
        </p:blipFill>
        <p:spPr>
          <a:xfrm>
            <a:off x="7037294" y="3899646"/>
            <a:ext cx="4679577" cy="2646867"/>
          </a:xfrm>
          <a:prstGeom prst="rect">
            <a:avLst/>
          </a:prstGeom>
        </p:spPr>
      </p:pic>
      <p:sp>
        <p:nvSpPr>
          <p:cNvPr id="5" name="Google Shape;183;p22">
            <a:extLst>
              <a:ext uri="{FF2B5EF4-FFF2-40B4-BE49-F238E27FC236}">
                <a16:creationId xmlns:a16="http://schemas.microsoft.com/office/drawing/2014/main" id="{B0ADB139-12AA-4629-B83C-A280D0F7E632}"/>
              </a:ext>
            </a:extLst>
          </p:cNvPr>
          <p:cNvSpPr txBox="1"/>
          <p:nvPr/>
        </p:nvSpPr>
        <p:spPr>
          <a:xfrm>
            <a:off x="797858" y="182221"/>
            <a:ext cx="6408024" cy="258532"/>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400" b="1" i="0" u="none" strike="noStrike" cap="none" dirty="0">
                <a:solidFill>
                  <a:srgbClr val="216AD9"/>
                </a:solidFill>
                <a:latin typeface="Poppins"/>
                <a:ea typeface="Poppins"/>
                <a:cs typeface="Poppins"/>
                <a:sym typeface="Poppins"/>
              </a:rPr>
              <a:t>ATTIVITÀ</a:t>
            </a:r>
            <a:endParaRPr lang="en-US" sz="1200" b="1" dirty="0"/>
          </a:p>
        </p:txBody>
      </p:sp>
    </p:spTree>
    <p:extLst>
      <p:ext uri="{BB962C8B-B14F-4D97-AF65-F5344CB8AC3E}">
        <p14:creationId xmlns:p14="http://schemas.microsoft.com/office/powerpoint/2010/main" val="19934330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D4C1DE1C-4D38-4B06-98E1-B25A0198EB00}"/>
              </a:ext>
            </a:extLst>
          </p:cNvPr>
          <p:cNvSpPr/>
          <p:nvPr/>
        </p:nvSpPr>
        <p:spPr>
          <a:xfrm>
            <a:off x="797858" y="612844"/>
            <a:ext cx="10372166" cy="2677656"/>
          </a:xfrm>
          <a:prstGeom prst="rect">
            <a:avLst/>
          </a:prstGeom>
        </p:spPr>
        <p:txBody>
          <a:bodyPr wrap="square">
            <a:spAutoFit/>
          </a:bodyPr>
          <a:lstStyle/>
          <a:p>
            <a:pPr algn="just"/>
            <a:r>
              <a:rPr lang="it-IT" sz="2800" dirty="0">
                <a:solidFill>
                  <a:srgbClr val="0070C0"/>
                </a:solidFill>
                <a:latin typeface="Poppins" panose="020B0604020202020204" charset="0"/>
                <a:cs typeface="Poppins" panose="020B0604020202020204" charset="0"/>
              </a:rPr>
              <a:t>Le passività sono invece divise prima in base alla loro provenienza, che può essere interna o esterna all’azienda. </a:t>
            </a:r>
          </a:p>
          <a:p>
            <a:pPr algn="just"/>
            <a:r>
              <a:rPr lang="it-IT" sz="2800" dirty="0">
                <a:solidFill>
                  <a:srgbClr val="0070C0"/>
                </a:solidFill>
                <a:latin typeface="Poppins" panose="020B0604020202020204" charset="0"/>
                <a:cs typeface="Poppins" panose="020B0604020202020204" charset="0"/>
              </a:rPr>
              <a:t>In particolare:</a:t>
            </a:r>
          </a:p>
          <a:p>
            <a:pPr marL="457200" indent="-457200" algn="just">
              <a:buFont typeface="Arial" panose="020B0604020202020204" pitchFamily="34" charset="0"/>
              <a:buChar char="•"/>
            </a:pPr>
            <a:r>
              <a:rPr lang="it-IT" sz="2800" dirty="0">
                <a:solidFill>
                  <a:srgbClr val="0070C0"/>
                </a:solidFill>
                <a:latin typeface="Poppins" panose="020B0604020202020204" charset="0"/>
                <a:cs typeface="Poppins" panose="020B0604020202020204" charset="0"/>
              </a:rPr>
              <a:t>quando le fonti di finanziamento sono interne si parla di </a:t>
            </a:r>
            <a:r>
              <a:rPr lang="it-IT" sz="2800" b="1" dirty="0">
                <a:solidFill>
                  <a:srgbClr val="0070C0"/>
                </a:solidFill>
                <a:latin typeface="Poppins" panose="020B0604020202020204" charset="0"/>
                <a:cs typeface="Poppins" panose="020B0604020202020204" charset="0"/>
              </a:rPr>
              <a:t>capitale proprio</a:t>
            </a:r>
            <a:r>
              <a:rPr lang="it-IT" sz="2800" dirty="0">
                <a:solidFill>
                  <a:srgbClr val="0070C0"/>
                </a:solidFill>
                <a:latin typeface="Poppins" panose="020B0604020202020204" charset="0"/>
                <a:cs typeface="Poppins" panose="020B0604020202020204" charset="0"/>
              </a:rPr>
              <a:t>;</a:t>
            </a:r>
          </a:p>
          <a:p>
            <a:pPr marL="457200" indent="-457200" algn="just">
              <a:buFont typeface="Arial" panose="020B0604020202020204" pitchFamily="34" charset="0"/>
              <a:buChar char="•"/>
            </a:pPr>
            <a:r>
              <a:rPr lang="it-IT" sz="2800" dirty="0">
                <a:solidFill>
                  <a:srgbClr val="0070C0"/>
                </a:solidFill>
                <a:latin typeface="Poppins" panose="020B0604020202020204" charset="0"/>
                <a:cs typeface="Poppins" panose="020B0604020202020204" charset="0"/>
              </a:rPr>
              <a:t>quando sono esterne si tratta invece di </a:t>
            </a:r>
            <a:r>
              <a:rPr lang="it-IT" sz="2800" b="1" dirty="0">
                <a:solidFill>
                  <a:srgbClr val="0070C0"/>
                </a:solidFill>
                <a:latin typeface="Poppins" panose="020B0604020202020204" charset="0"/>
                <a:cs typeface="Poppins" panose="020B0604020202020204" charset="0"/>
              </a:rPr>
              <a:t>capitale di terzi</a:t>
            </a:r>
            <a:r>
              <a:rPr lang="it-IT" sz="2800" dirty="0">
                <a:solidFill>
                  <a:srgbClr val="0070C0"/>
                </a:solidFill>
                <a:latin typeface="Poppins" panose="020B0604020202020204" charset="0"/>
                <a:cs typeface="Poppins" panose="020B0604020202020204" charset="0"/>
              </a:rPr>
              <a:t>.</a:t>
            </a:r>
          </a:p>
        </p:txBody>
      </p:sp>
      <p:sp>
        <p:nvSpPr>
          <p:cNvPr id="5" name="Google Shape;183;p22">
            <a:extLst>
              <a:ext uri="{FF2B5EF4-FFF2-40B4-BE49-F238E27FC236}">
                <a16:creationId xmlns:a16="http://schemas.microsoft.com/office/drawing/2014/main" id="{B0ADB139-12AA-4629-B83C-A280D0F7E632}"/>
              </a:ext>
            </a:extLst>
          </p:cNvPr>
          <p:cNvSpPr txBox="1"/>
          <p:nvPr/>
        </p:nvSpPr>
        <p:spPr>
          <a:xfrm>
            <a:off x="797858" y="182221"/>
            <a:ext cx="6408024" cy="258532"/>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400" b="1" dirty="0">
                <a:solidFill>
                  <a:srgbClr val="216AD9"/>
                </a:solidFill>
                <a:latin typeface="Poppins"/>
                <a:ea typeface="Poppins"/>
                <a:cs typeface="Poppins"/>
                <a:sym typeface="Poppins"/>
              </a:rPr>
              <a:t>PASS</a:t>
            </a:r>
            <a:r>
              <a:rPr lang="en-US" sz="1400" b="1" i="0" u="none" strike="noStrike" cap="none" dirty="0">
                <a:solidFill>
                  <a:srgbClr val="216AD9"/>
                </a:solidFill>
                <a:latin typeface="Poppins"/>
                <a:ea typeface="Poppins"/>
                <a:cs typeface="Poppins"/>
                <a:sym typeface="Poppins"/>
              </a:rPr>
              <a:t>IVITÀ</a:t>
            </a:r>
            <a:endParaRPr lang="en-US" sz="1200" b="1" dirty="0"/>
          </a:p>
        </p:txBody>
      </p:sp>
      <p:pic>
        <p:nvPicPr>
          <p:cNvPr id="2" name="Immagine 1">
            <a:extLst>
              <a:ext uri="{FF2B5EF4-FFF2-40B4-BE49-F238E27FC236}">
                <a16:creationId xmlns:a16="http://schemas.microsoft.com/office/drawing/2014/main" id="{06C31EB0-76F4-4497-9351-D0AAC0279964}"/>
              </a:ext>
            </a:extLst>
          </p:cNvPr>
          <p:cNvPicPr>
            <a:picLocks noChangeAspect="1"/>
          </p:cNvPicPr>
          <p:nvPr/>
        </p:nvPicPr>
        <p:blipFill rotWithShape="1">
          <a:blip r:embed="rId3"/>
          <a:srcRect t="6877"/>
          <a:stretch/>
        </p:blipFill>
        <p:spPr>
          <a:xfrm>
            <a:off x="4776866" y="3650051"/>
            <a:ext cx="3420570" cy="2595105"/>
          </a:xfrm>
          <a:prstGeom prst="rect">
            <a:avLst/>
          </a:prstGeom>
        </p:spPr>
      </p:pic>
    </p:spTree>
    <p:extLst>
      <p:ext uri="{BB962C8B-B14F-4D97-AF65-F5344CB8AC3E}">
        <p14:creationId xmlns:p14="http://schemas.microsoft.com/office/powerpoint/2010/main" val="19055400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36790A62-9BCD-4A9C-8308-9E3BF2189FAA}"/>
              </a:ext>
            </a:extLst>
          </p:cNvPr>
          <p:cNvSpPr/>
          <p:nvPr/>
        </p:nvSpPr>
        <p:spPr>
          <a:xfrm>
            <a:off x="1192306" y="491769"/>
            <a:ext cx="9628094" cy="5632311"/>
          </a:xfrm>
          <a:prstGeom prst="rect">
            <a:avLst/>
          </a:prstGeom>
        </p:spPr>
        <p:txBody>
          <a:bodyPr wrap="square">
            <a:spAutoFit/>
          </a:bodyPr>
          <a:lstStyle/>
          <a:p>
            <a:pPr algn="just"/>
            <a:r>
              <a:rPr lang="it-IT" sz="4000" dirty="0">
                <a:solidFill>
                  <a:srgbClr val="0070C0"/>
                </a:solidFill>
                <a:latin typeface="Poppins" panose="020B0604020202020204" charset="0"/>
                <a:cs typeface="Poppins" panose="020B0604020202020204" charset="0"/>
              </a:rPr>
              <a:t>L’aggregazione delle voci in attività e passività correnti e consolidate consente di vedere se esiste una corrispondenza tra le scadenze temporali degli investimenti e dei finanziamenti: a prima vista può sembrare un’informazione senza grande significato, invece si tratta di un tassello fondamentale per capire se l’azienda gode di buona salute.</a:t>
            </a:r>
          </a:p>
        </p:txBody>
      </p:sp>
    </p:spTree>
    <p:extLst>
      <p:ext uri="{BB962C8B-B14F-4D97-AF65-F5344CB8AC3E}">
        <p14:creationId xmlns:p14="http://schemas.microsoft.com/office/powerpoint/2010/main" val="4795037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36790A62-9BCD-4A9C-8308-9E3BF2189FAA}"/>
              </a:ext>
            </a:extLst>
          </p:cNvPr>
          <p:cNvSpPr/>
          <p:nvPr/>
        </p:nvSpPr>
        <p:spPr>
          <a:xfrm>
            <a:off x="1192306" y="491769"/>
            <a:ext cx="9628094" cy="1938992"/>
          </a:xfrm>
          <a:prstGeom prst="rect">
            <a:avLst/>
          </a:prstGeom>
        </p:spPr>
        <p:txBody>
          <a:bodyPr wrap="square">
            <a:spAutoFit/>
          </a:bodyPr>
          <a:lstStyle/>
          <a:p>
            <a:pPr algn="just"/>
            <a:r>
              <a:rPr lang="it-IT" sz="2000" dirty="0">
                <a:solidFill>
                  <a:srgbClr val="0070C0"/>
                </a:solidFill>
                <a:latin typeface="Poppins" panose="020B0604020202020204" charset="0"/>
                <a:cs typeface="Poppins" panose="020B0604020202020204" charset="0"/>
              </a:rPr>
              <a:t>Il problema è che quando le </a:t>
            </a:r>
            <a:r>
              <a:rPr lang="it-IT" sz="2000" b="1" dirty="0">
                <a:solidFill>
                  <a:srgbClr val="0070C0"/>
                </a:solidFill>
                <a:latin typeface="Poppins" panose="020B0604020202020204" charset="0"/>
                <a:cs typeface="Poppins" panose="020B0604020202020204" charset="0"/>
              </a:rPr>
              <a:t>passività a breve termine sono maggiori delle attività correnti</a:t>
            </a:r>
            <a:r>
              <a:rPr lang="it-IT" sz="2000" dirty="0">
                <a:solidFill>
                  <a:srgbClr val="0070C0"/>
                </a:solidFill>
                <a:latin typeface="Poppins" panose="020B0604020202020204" charset="0"/>
                <a:cs typeface="Poppins" panose="020B0604020202020204" charset="0"/>
              </a:rPr>
              <a:t>, l’azienda si trova in una situazione molto rischiosa, perché significa che le attività che possono essere trasformate in moneta entro 12 mesi non sono in grado di coprire i debiti in scadenza nello stesso periodo. </a:t>
            </a:r>
          </a:p>
          <a:p>
            <a:pPr algn="just"/>
            <a:endParaRPr lang="it-IT" sz="2000" dirty="0">
              <a:solidFill>
                <a:srgbClr val="0070C0"/>
              </a:solidFill>
              <a:latin typeface="Poppins" panose="020B0604020202020204" charset="0"/>
              <a:cs typeface="Poppins" panose="020B0604020202020204" charset="0"/>
            </a:endParaRPr>
          </a:p>
          <a:p>
            <a:pPr algn="just"/>
            <a:endParaRPr lang="it-IT" sz="2000" dirty="0">
              <a:solidFill>
                <a:srgbClr val="0070C0"/>
              </a:solidFill>
              <a:latin typeface="Poppins" panose="020B0604020202020204" charset="0"/>
              <a:cs typeface="Poppins" panose="020B0604020202020204" charset="0"/>
            </a:endParaRPr>
          </a:p>
        </p:txBody>
      </p:sp>
      <p:sp>
        <p:nvSpPr>
          <p:cNvPr id="2" name="Rettangolo 1">
            <a:extLst>
              <a:ext uri="{FF2B5EF4-FFF2-40B4-BE49-F238E27FC236}">
                <a16:creationId xmlns:a16="http://schemas.microsoft.com/office/drawing/2014/main" id="{46EB28A1-824A-4DC9-AE26-A8299556066D}"/>
              </a:ext>
            </a:extLst>
          </p:cNvPr>
          <p:cNvSpPr/>
          <p:nvPr/>
        </p:nvSpPr>
        <p:spPr>
          <a:xfrm>
            <a:off x="1102659" y="3970075"/>
            <a:ext cx="9986682" cy="1938992"/>
          </a:xfrm>
          <a:prstGeom prst="rect">
            <a:avLst/>
          </a:prstGeom>
        </p:spPr>
        <p:txBody>
          <a:bodyPr wrap="square">
            <a:spAutoFit/>
          </a:bodyPr>
          <a:lstStyle/>
          <a:p>
            <a:pPr algn="just"/>
            <a:r>
              <a:rPr lang="it-IT" sz="2000" dirty="0">
                <a:solidFill>
                  <a:srgbClr val="0070C0"/>
                </a:solidFill>
                <a:latin typeface="Poppins" panose="020B0604020202020204" charset="0"/>
                <a:cs typeface="Poppins" panose="020B0604020202020204" charset="0"/>
              </a:rPr>
              <a:t>Questa situazione genera inevitabilmente forti tensioni finanziarie, che possono essere coperte percorrendo due strade diverse ma ugualmente sfavorevoli:</a:t>
            </a:r>
          </a:p>
          <a:p>
            <a:pPr algn="just"/>
            <a:r>
              <a:rPr lang="it-IT" sz="2000" dirty="0">
                <a:solidFill>
                  <a:srgbClr val="0070C0"/>
                </a:solidFill>
                <a:latin typeface="Poppins" panose="020B0604020202020204" charset="0"/>
                <a:cs typeface="Poppins" panose="020B0604020202020204" charset="0"/>
              </a:rPr>
              <a:t>1. grazie a operazioni straordinarie di vendita o dismissione delle attività consolidate, probabilmente a prezzi svantaggiosi;</a:t>
            </a:r>
          </a:p>
          <a:p>
            <a:pPr algn="just"/>
            <a:r>
              <a:rPr lang="it-IT" sz="2000" dirty="0">
                <a:solidFill>
                  <a:srgbClr val="0070C0"/>
                </a:solidFill>
                <a:latin typeface="Poppins" panose="020B0604020202020204" charset="0"/>
                <a:cs typeface="Poppins" panose="020B0604020202020204" charset="0"/>
              </a:rPr>
              <a:t>2. attraverso la rinegoziazione e l’allungamento delle passività in scadenza, sostenendo i relativi costi.</a:t>
            </a:r>
          </a:p>
        </p:txBody>
      </p:sp>
      <p:pic>
        <p:nvPicPr>
          <p:cNvPr id="3" name="Immagine 2">
            <a:extLst>
              <a:ext uri="{FF2B5EF4-FFF2-40B4-BE49-F238E27FC236}">
                <a16:creationId xmlns:a16="http://schemas.microsoft.com/office/drawing/2014/main" id="{0641F034-0A9D-4953-BDA7-49C37E43BECD}"/>
              </a:ext>
            </a:extLst>
          </p:cNvPr>
          <p:cNvPicPr>
            <a:picLocks noChangeAspect="1"/>
          </p:cNvPicPr>
          <p:nvPr/>
        </p:nvPicPr>
        <p:blipFill>
          <a:blip r:embed="rId3"/>
          <a:stretch>
            <a:fillRect/>
          </a:stretch>
        </p:blipFill>
        <p:spPr>
          <a:xfrm>
            <a:off x="5239731" y="2121303"/>
            <a:ext cx="1533244" cy="1533244"/>
          </a:xfrm>
          <a:prstGeom prst="rect">
            <a:avLst/>
          </a:prstGeom>
        </p:spPr>
      </p:pic>
    </p:spTree>
    <p:extLst>
      <p:ext uri="{BB962C8B-B14F-4D97-AF65-F5344CB8AC3E}">
        <p14:creationId xmlns:p14="http://schemas.microsoft.com/office/powerpoint/2010/main" val="34233196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F954DCC0-6D3A-41B5-861A-7D10B369F7D7}"/>
              </a:ext>
            </a:extLst>
          </p:cNvPr>
          <p:cNvSpPr/>
          <p:nvPr/>
        </p:nvSpPr>
        <p:spPr>
          <a:xfrm>
            <a:off x="377319" y="808656"/>
            <a:ext cx="11537589" cy="923330"/>
          </a:xfrm>
          <a:prstGeom prst="rect">
            <a:avLst/>
          </a:prstGeom>
        </p:spPr>
        <p:txBody>
          <a:bodyPr wrap="square">
            <a:spAutoFit/>
          </a:bodyPr>
          <a:lstStyle/>
          <a:p>
            <a:pPr algn="just"/>
            <a:r>
              <a:rPr lang="it-IT" dirty="0">
                <a:solidFill>
                  <a:srgbClr val="0070C0"/>
                </a:solidFill>
                <a:latin typeface="Poppins" panose="020B0604020202020204" charset="0"/>
                <a:cs typeface="Poppins" panose="020B0604020202020204" charset="0"/>
              </a:rPr>
              <a:t>Si proceda a collocare le voci sotto elencate – riprese dal bilancio di esercizio 2009 della società Alfa S.p.A., operante nel settore delle telecomunicazioni – nell’ambito del seguente prospetti:</a:t>
            </a:r>
          </a:p>
          <a:p>
            <a:pPr marL="285750" indent="-285750" algn="just">
              <a:buFont typeface="Arial" panose="020B0604020202020204" pitchFamily="34" charset="0"/>
              <a:buChar char="•"/>
            </a:pPr>
            <a:r>
              <a:rPr lang="it-IT" dirty="0">
                <a:solidFill>
                  <a:srgbClr val="0070C0"/>
                </a:solidFill>
                <a:latin typeface="Poppins" panose="020B0604020202020204" charset="0"/>
                <a:cs typeface="Poppins" panose="020B0604020202020204" charset="0"/>
              </a:rPr>
              <a:t>lo Stato Patrimoniale riclassificato secondo il “criterio finanziario».</a:t>
            </a:r>
          </a:p>
        </p:txBody>
      </p:sp>
      <p:pic>
        <p:nvPicPr>
          <p:cNvPr id="5" name="Immagine 4">
            <a:extLst>
              <a:ext uri="{FF2B5EF4-FFF2-40B4-BE49-F238E27FC236}">
                <a16:creationId xmlns:a16="http://schemas.microsoft.com/office/drawing/2014/main" id="{2CE840E8-A9BD-4401-BBAA-0E88AF97EE2D}"/>
              </a:ext>
            </a:extLst>
          </p:cNvPr>
          <p:cNvPicPr>
            <a:picLocks noChangeAspect="1"/>
          </p:cNvPicPr>
          <p:nvPr/>
        </p:nvPicPr>
        <p:blipFill>
          <a:blip r:embed="rId2"/>
          <a:stretch>
            <a:fillRect/>
          </a:stretch>
        </p:blipFill>
        <p:spPr>
          <a:xfrm>
            <a:off x="377319" y="2078147"/>
            <a:ext cx="11437361" cy="3047868"/>
          </a:xfrm>
          <a:prstGeom prst="rect">
            <a:avLst/>
          </a:prstGeom>
        </p:spPr>
      </p:pic>
    </p:spTree>
    <p:extLst>
      <p:ext uri="{BB962C8B-B14F-4D97-AF65-F5344CB8AC3E}">
        <p14:creationId xmlns:p14="http://schemas.microsoft.com/office/powerpoint/2010/main" val="13807177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magine 3">
            <a:extLst>
              <a:ext uri="{FF2B5EF4-FFF2-40B4-BE49-F238E27FC236}">
                <a16:creationId xmlns:a16="http://schemas.microsoft.com/office/drawing/2014/main" id="{901B1490-6325-4946-8CBB-2BD585BB03BE}"/>
              </a:ext>
            </a:extLst>
          </p:cNvPr>
          <p:cNvPicPr>
            <a:picLocks noChangeAspect="1"/>
          </p:cNvPicPr>
          <p:nvPr/>
        </p:nvPicPr>
        <p:blipFill>
          <a:blip r:embed="rId2"/>
          <a:stretch>
            <a:fillRect/>
          </a:stretch>
        </p:blipFill>
        <p:spPr>
          <a:xfrm>
            <a:off x="1219200" y="309983"/>
            <a:ext cx="9238715" cy="6238034"/>
          </a:xfrm>
          <a:prstGeom prst="rect">
            <a:avLst/>
          </a:prstGeom>
        </p:spPr>
      </p:pic>
      <p:sp>
        <p:nvSpPr>
          <p:cNvPr id="5" name="Rettangolo 4">
            <a:extLst>
              <a:ext uri="{FF2B5EF4-FFF2-40B4-BE49-F238E27FC236}">
                <a16:creationId xmlns:a16="http://schemas.microsoft.com/office/drawing/2014/main" id="{9B6DE916-2245-4809-AEB4-36FEC157C74D}"/>
              </a:ext>
            </a:extLst>
          </p:cNvPr>
          <p:cNvSpPr/>
          <p:nvPr/>
        </p:nvSpPr>
        <p:spPr>
          <a:xfrm>
            <a:off x="9556962" y="6257365"/>
            <a:ext cx="743485" cy="29065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ln>
                <a:solidFill>
                  <a:schemeClr val="bg1"/>
                </a:solidFill>
              </a:ln>
              <a:solidFill>
                <a:schemeClr val="bg1"/>
              </a:solidFill>
            </a:endParaRPr>
          </a:p>
        </p:txBody>
      </p:sp>
      <p:cxnSp>
        <p:nvCxnSpPr>
          <p:cNvPr id="6" name="Connettore diritto 5">
            <a:extLst>
              <a:ext uri="{FF2B5EF4-FFF2-40B4-BE49-F238E27FC236}">
                <a16:creationId xmlns:a16="http://schemas.microsoft.com/office/drawing/2014/main" id="{9D23CBD3-F6F1-48BA-996B-83BF14675CEA}"/>
              </a:ext>
            </a:extLst>
          </p:cNvPr>
          <p:cNvCxnSpPr>
            <a:cxnSpLocks/>
          </p:cNvCxnSpPr>
          <p:nvPr/>
        </p:nvCxnSpPr>
        <p:spPr>
          <a:xfrm>
            <a:off x="9251577" y="6515938"/>
            <a:ext cx="1066800" cy="0"/>
          </a:xfrm>
          <a:prstGeom prst="line">
            <a:avLst/>
          </a:prstGeom>
          <a:ln/>
        </p:spPr>
        <p:style>
          <a:lnRef idx="3">
            <a:schemeClr val="dk1"/>
          </a:lnRef>
          <a:fillRef idx="0">
            <a:schemeClr val="dk1"/>
          </a:fillRef>
          <a:effectRef idx="2">
            <a:schemeClr val="dk1"/>
          </a:effectRef>
          <a:fontRef idx="minor">
            <a:schemeClr val="tx1"/>
          </a:fontRef>
        </p:style>
      </p:cxnSp>
      <p:sp>
        <p:nvSpPr>
          <p:cNvPr id="9" name="CasellaDiTesto 8">
            <a:extLst>
              <a:ext uri="{FF2B5EF4-FFF2-40B4-BE49-F238E27FC236}">
                <a16:creationId xmlns:a16="http://schemas.microsoft.com/office/drawing/2014/main" id="{020EE1EE-AF80-4B56-BDB7-1EE3434C3DD2}"/>
              </a:ext>
            </a:extLst>
          </p:cNvPr>
          <p:cNvSpPr txBox="1"/>
          <p:nvPr/>
        </p:nvSpPr>
        <p:spPr>
          <a:xfrm>
            <a:off x="9630258" y="6177384"/>
            <a:ext cx="748923" cy="338554"/>
          </a:xfrm>
          <a:prstGeom prst="rect">
            <a:avLst/>
          </a:prstGeom>
          <a:noFill/>
        </p:spPr>
        <p:txBody>
          <a:bodyPr wrap="none" rtlCol="0">
            <a:spAutoFit/>
          </a:bodyPr>
          <a:lstStyle/>
          <a:p>
            <a:r>
              <a:rPr lang="it-IT" sz="1600" dirty="0">
                <a:latin typeface="Times New Roman" panose="02020603050405020304" pitchFamily="18" charset="0"/>
                <a:cs typeface="Times New Roman" panose="02020603050405020304" pitchFamily="18" charset="0"/>
              </a:rPr>
              <a:t>12.205</a:t>
            </a:r>
          </a:p>
        </p:txBody>
      </p:sp>
    </p:spTree>
    <p:extLst>
      <p:ext uri="{BB962C8B-B14F-4D97-AF65-F5344CB8AC3E}">
        <p14:creationId xmlns:p14="http://schemas.microsoft.com/office/powerpoint/2010/main" val="15505787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48719566-ED3C-42E0-951B-E808329C3E92}"/>
              </a:ext>
            </a:extLst>
          </p:cNvPr>
          <p:cNvPicPr>
            <a:picLocks noChangeAspect="1"/>
          </p:cNvPicPr>
          <p:nvPr/>
        </p:nvPicPr>
        <p:blipFill>
          <a:blip r:embed="rId2"/>
          <a:stretch>
            <a:fillRect/>
          </a:stretch>
        </p:blipFill>
        <p:spPr>
          <a:xfrm>
            <a:off x="1919878" y="556668"/>
            <a:ext cx="8352244" cy="5646909"/>
          </a:xfrm>
          <a:prstGeom prst="rect">
            <a:avLst/>
          </a:prstGeom>
        </p:spPr>
      </p:pic>
      <p:sp>
        <p:nvSpPr>
          <p:cNvPr id="5" name="Rettangolo 4">
            <a:extLst>
              <a:ext uri="{FF2B5EF4-FFF2-40B4-BE49-F238E27FC236}">
                <a16:creationId xmlns:a16="http://schemas.microsoft.com/office/drawing/2014/main" id="{9B6DE916-2245-4809-AEB4-36FEC157C74D}"/>
              </a:ext>
            </a:extLst>
          </p:cNvPr>
          <p:cNvSpPr/>
          <p:nvPr/>
        </p:nvSpPr>
        <p:spPr>
          <a:xfrm>
            <a:off x="9439835" y="5880846"/>
            <a:ext cx="636494" cy="3227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ln>
                <a:solidFill>
                  <a:schemeClr val="bg1"/>
                </a:solidFill>
              </a:ln>
              <a:solidFill>
                <a:schemeClr val="bg1"/>
              </a:solidFill>
            </a:endParaRPr>
          </a:p>
        </p:txBody>
      </p:sp>
      <p:cxnSp>
        <p:nvCxnSpPr>
          <p:cNvPr id="6" name="Connettore diritto 5">
            <a:extLst>
              <a:ext uri="{FF2B5EF4-FFF2-40B4-BE49-F238E27FC236}">
                <a16:creationId xmlns:a16="http://schemas.microsoft.com/office/drawing/2014/main" id="{E8FAA510-2C81-4BC3-9985-3DEE404251AA}"/>
              </a:ext>
            </a:extLst>
          </p:cNvPr>
          <p:cNvCxnSpPr/>
          <p:nvPr/>
        </p:nvCxnSpPr>
        <p:spPr>
          <a:xfrm>
            <a:off x="9439835" y="6149788"/>
            <a:ext cx="708212" cy="0"/>
          </a:xfrm>
          <a:prstGeom prst="line">
            <a:avLst/>
          </a:prstGeom>
          <a:ln/>
        </p:spPr>
        <p:style>
          <a:lnRef idx="3">
            <a:schemeClr val="dk1"/>
          </a:lnRef>
          <a:fillRef idx="0">
            <a:schemeClr val="dk1"/>
          </a:fillRef>
          <a:effectRef idx="2">
            <a:schemeClr val="dk1"/>
          </a:effectRef>
          <a:fontRef idx="minor">
            <a:schemeClr val="tx1"/>
          </a:fontRef>
        </p:style>
      </p:cxnSp>
      <p:sp>
        <p:nvSpPr>
          <p:cNvPr id="7" name="CasellaDiTesto 6">
            <a:extLst>
              <a:ext uri="{FF2B5EF4-FFF2-40B4-BE49-F238E27FC236}">
                <a16:creationId xmlns:a16="http://schemas.microsoft.com/office/drawing/2014/main" id="{0B589CF0-4B26-4274-A4CF-362FF8A0222C}"/>
              </a:ext>
            </a:extLst>
          </p:cNvPr>
          <p:cNvSpPr txBox="1"/>
          <p:nvPr/>
        </p:nvSpPr>
        <p:spPr>
          <a:xfrm>
            <a:off x="9537576" y="5829163"/>
            <a:ext cx="646331" cy="338554"/>
          </a:xfrm>
          <a:prstGeom prst="rect">
            <a:avLst/>
          </a:prstGeom>
          <a:noFill/>
        </p:spPr>
        <p:txBody>
          <a:bodyPr wrap="none" rtlCol="0">
            <a:spAutoFit/>
          </a:bodyPr>
          <a:lstStyle/>
          <a:p>
            <a:r>
              <a:rPr lang="it-IT" sz="1600" dirty="0">
                <a:latin typeface="Times New Roman" panose="02020603050405020304" pitchFamily="18" charset="0"/>
                <a:cs typeface="Times New Roman" panose="02020603050405020304" pitchFamily="18" charset="0"/>
              </a:rPr>
              <a:t>1.000</a:t>
            </a:r>
          </a:p>
        </p:txBody>
      </p:sp>
    </p:spTree>
    <p:extLst>
      <p:ext uri="{BB962C8B-B14F-4D97-AF65-F5344CB8AC3E}">
        <p14:creationId xmlns:p14="http://schemas.microsoft.com/office/powerpoint/2010/main" val="13104742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magine 3">
            <a:extLst>
              <a:ext uri="{FF2B5EF4-FFF2-40B4-BE49-F238E27FC236}">
                <a16:creationId xmlns:a16="http://schemas.microsoft.com/office/drawing/2014/main" id="{F657C0D2-1EFE-4465-A3EA-DA3B3DBAC155}"/>
              </a:ext>
            </a:extLst>
          </p:cNvPr>
          <p:cNvPicPr>
            <a:picLocks noChangeAspect="1"/>
          </p:cNvPicPr>
          <p:nvPr/>
        </p:nvPicPr>
        <p:blipFill>
          <a:blip r:embed="rId2"/>
          <a:stretch>
            <a:fillRect/>
          </a:stretch>
        </p:blipFill>
        <p:spPr>
          <a:xfrm>
            <a:off x="1052626" y="711587"/>
            <a:ext cx="10086747" cy="5434826"/>
          </a:xfrm>
          <a:prstGeom prst="rect">
            <a:avLst/>
          </a:prstGeom>
        </p:spPr>
      </p:pic>
      <p:sp>
        <p:nvSpPr>
          <p:cNvPr id="5" name="Rettangolo 4">
            <a:extLst>
              <a:ext uri="{FF2B5EF4-FFF2-40B4-BE49-F238E27FC236}">
                <a16:creationId xmlns:a16="http://schemas.microsoft.com/office/drawing/2014/main" id="{845228D2-E213-4129-9B5E-21106AC36EF9}"/>
              </a:ext>
            </a:extLst>
          </p:cNvPr>
          <p:cNvSpPr/>
          <p:nvPr/>
        </p:nvSpPr>
        <p:spPr>
          <a:xfrm>
            <a:off x="5289176" y="797859"/>
            <a:ext cx="717177" cy="510091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 name="Rettangolo 5">
            <a:extLst>
              <a:ext uri="{FF2B5EF4-FFF2-40B4-BE49-F238E27FC236}">
                <a16:creationId xmlns:a16="http://schemas.microsoft.com/office/drawing/2014/main" id="{A78649DC-AB36-4127-B941-DACA30C1485E}"/>
              </a:ext>
            </a:extLst>
          </p:cNvPr>
          <p:cNvSpPr/>
          <p:nvPr/>
        </p:nvSpPr>
        <p:spPr>
          <a:xfrm>
            <a:off x="10242903" y="797858"/>
            <a:ext cx="717177" cy="510091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28047001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AF2099AB-95C8-4142-82C8-64AA17BDA2EF}"/>
              </a:ext>
            </a:extLst>
          </p:cNvPr>
          <p:cNvPicPr>
            <a:picLocks noChangeAspect="1"/>
          </p:cNvPicPr>
          <p:nvPr/>
        </p:nvPicPr>
        <p:blipFill>
          <a:blip r:embed="rId2"/>
          <a:stretch>
            <a:fillRect/>
          </a:stretch>
        </p:blipFill>
        <p:spPr>
          <a:xfrm>
            <a:off x="411613" y="560294"/>
            <a:ext cx="11368773" cy="5737412"/>
          </a:xfrm>
          <a:prstGeom prst="rect">
            <a:avLst/>
          </a:prstGeom>
        </p:spPr>
      </p:pic>
      <p:sp>
        <p:nvSpPr>
          <p:cNvPr id="5" name="Rettangolo 4">
            <a:extLst>
              <a:ext uri="{FF2B5EF4-FFF2-40B4-BE49-F238E27FC236}">
                <a16:creationId xmlns:a16="http://schemas.microsoft.com/office/drawing/2014/main" id="{E8041E04-EFEE-465D-A6E0-CE88E792BC05}"/>
              </a:ext>
            </a:extLst>
          </p:cNvPr>
          <p:cNvSpPr/>
          <p:nvPr/>
        </p:nvSpPr>
        <p:spPr>
          <a:xfrm>
            <a:off x="5175239" y="726140"/>
            <a:ext cx="750432" cy="472440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 name="Rettangolo 5">
            <a:extLst>
              <a:ext uri="{FF2B5EF4-FFF2-40B4-BE49-F238E27FC236}">
                <a16:creationId xmlns:a16="http://schemas.microsoft.com/office/drawing/2014/main" id="{2DA9DC31-2F5B-44AD-AD76-CF745A9BEC71}"/>
              </a:ext>
            </a:extLst>
          </p:cNvPr>
          <p:cNvSpPr/>
          <p:nvPr/>
        </p:nvSpPr>
        <p:spPr>
          <a:xfrm>
            <a:off x="10707769" y="726139"/>
            <a:ext cx="750432" cy="472440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 name="Rettangolo 6">
            <a:extLst>
              <a:ext uri="{FF2B5EF4-FFF2-40B4-BE49-F238E27FC236}">
                <a16:creationId xmlns:a16="http://schemas.microsoft.com/office/drawing/2014/main" id="{CD49C501-4DD1-4BF0-8210-BF3CD7E89B73}"/>
              </a:ext>
            </a:extLst>
          </p:cNvPr>
          <p:cNvSpPr/>
          <p:nvPr/>
        </p:nvSpPr>
        <p:spPr>
          <a:xfrm>
            <a:off x="5084777" y="5616386"/>
            <a:ext cx="840894" cy="27641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 name="Rettangolo 7">
            <a:extLst>
              <a:ext uri="{FF2B5EF4-FFF2-40B4-BE49-F238E27FC236}">
                <a16:creationId xmlns:a16="http://schemas.microsoft.com/office/drawing/2014/main" id="{CCF471E9-B5B6-4F55-BC45-50EB78F48815}"/>
              </a:ext>
            </a:extLst>
          </p:cNvPr>
          <p:cNvSpPr/>
          <p:nvPr/>
        </p:nvSpPr>
        <p:spPr>
          <a:xfrm>
            <a:off x="10662538" y="5625213"/>
            <a:ext cx="840894" cy="27641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6781203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magine 3">
            <a:extLst>
              <a:ext uri="{FF2B5EF4-FFF2-40B4-BE49-F238E27FC236}">
                <a16:creationId xmlns:a16="http://schemas.microsoft.com/office/drawing/2014/main" id="{F657C0D2-1EFE-4465-A3EA-DA3B3DBAC155}"/>
              </a:ext>
            </a:extLst>
          </p:cNvPr>
          <p:cNvPicPr>
            <a:picLocks noChangeAspect="1"/>
          </p:cNvPicPr>
          <p:nvPr/>
        </p:nvPicPr>
        <p:blipFill>
          <a:blip r:embed="rId2"/>
          <a:stretch>
            <a:fillRect/>
          </a:stretch>
        </p:blipFill>
        <p:spPr>
          <a:xfrm>
            <a:off x="1052626" y="711587"/>
            <a:ext cx="10086747" cy="5434826"/>
          </a:xfrm>
          <a:prstGeom prst="rect">
            <a:avLst/>
          </a:prstGeom>
        </p:spPr>
      </p:pic>
    </p:spTree>
    <p:extLst>
      <p:ext uri="{BB962C8B-B14F-4D97-AF65-F5344CB8AC3E}">
        <p14:creationId xmlns:p14="http://schemas.microsoft.com/office/powerpoint/2010/main" val="20250766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AF2099AB-95C8-4142-82C8-64AA17BDA2EF}"/>
              </a:ext>
            </a:extLst>
          </p:cNvPr>
          <p:cNvPicPr>
            <a:picLocks noChangeAspect="1"/>
          </p:cNvPicPr>
          <p:nvPr/>
        </p:nvPicPr>
        <p:blipFill>
          <a:blip r:embed="rId2"/>
          <a:stretch>
            <a:fillRect/>
          </a:stretch>
        </p:blipFill>
        <p:spPr>
          <a:xfrm>
            <a:off x="411613" y="560294"/>
            <a:ext cx="11368773" cy="5737412"/>
          </a:xfrm>
          <a:prstGeom prst="rect">
            <a:avLst/>
          </a:prstGeom>
        </p:spPr>
      </p:pic>
    </p:spTree>
    <p:extLst>
      <p:ext uri="{BB962C8B-B14F-4D97-AF65-F5344CB8AC3E}">
        <p14:creationId xmlns:p14="http://schemas.microsoft.com/office/powerpoint/2010/main" val="16621117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magine 3">
            <a:extLst>
              <a:ext uri="{FF2B5EF4-FFF2-40B4-BE49-F238E27FC236}">
                <a16:creationId xmlns:a16="http://schemas.microsoft.com/office/drawing/2014/main" id="{F657C0D2-1EFE-4465-A3EA-DA3B3DBAC155}"/>
              </a:ext>
            </a:extLst>
          </p:cNvPr>
          <p:cNvPicPr>
            <a:picLocks noChangeAspect="1"/>
          </p:cNvPicPr>
          <p:nvPr/>
        </p:nvPicPr>
        <p:blipFill>
          <a:blip r:embed="rId2"/>
          <a:stretch>
            <a:fillRect/>
          </a:stretch>
        </p:blipFill>
        <p:spPr>
          <a:xfrm>
            <a:off x="2313389" y="251793"/>
            <a:ext cx="7565222" cy="3239960"/>
          </a:xfrm>
          <a:prstGeom prst="rect">
            <a:avLst/>
          </a:prstGeom>
        </p:spPr>
      </p:pic>
      <p:pic>
        <p:nvPicPr>
          <p:cNvPr id="3" name="Immagine 2">
            <a:extLst>
              <a:ext uri="{FF2B5EF4-FFF2-40B4-BE49-F238E27FC236}">
                <a16:creationId xmlns:a16="http://schemas.microsoft.com/office/drawing/2014/main" id="{A7A78C7A-DA33-414C-8447-0F1335A66320}"/>
              </a:ext>
            </a:extLst>
          </p:cNvPr>
          <p:cNvPicPr>
            <a:picLocks noChangeAspect="1"/>
          </p:cNvPicPr>
          <p:nvPr/>
        </p:nvPicPr>
        <p:blipFill rotWithShape="1">
          <a:blip r:embed="rId3"/>
          <a:srcRect r="723"/>
          <a:stretch/>
        </p:blipFill>
        <p:spPr>
          <a:xfrm>
            <a:off x="2313389" y="3571564"/>
            <a:ext cx="7634495" cy="3034643"/>
          </a:xfrm>
          <a:prstGeom prst="rect">
            <a:avLst/>
          </a:prstGeom>
        </p:spPr>
      </p:pic>
    </p:spTree>
    <p:extLst>
      <p:ext uri="{BB962C8B-B14F-4D97-AF65-F5344CB8AC3E}">
        <p14:creationId xmlns:p14="http://schemas.microsoft.com/office/powerpoint/2010/main" val="32964831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magine 2">
            <a:extLst>
              <a:ext uri="{FF2B5EF4-FFF2-40B4-BE49-F238E27FC236}">
                <a16:creationId xmlns:a16="http://schemas.microsoft.com/office/drawing/2014/main" id="{D5514F0D-9B5E-49CC-8F87-36F5B577C2A1}"/>
              </a:ext>
            </a:extLst>
          </p:cNvPr>
          <p:cNvPicPr>
            <a:picLocks noChangeAspect="1"/>
          </p:cNvPicPr>
          <p:nvPr/>
        </p:nvPicPr>
        <p:blipFill>
          <a:blip r:embed="rId3"/>
          <a:stretch>
            <a:fillRect/>
          </a:stretch>
        </p:blipFill>
        <p:spPr>
          <a:xfrm>
            <a:off x="1657151" y="803027"/>
            <a:ext cx="9404170" cy="5251946"/>
          </a:xfrm>
          <a:prstGeom prst="rect">
            <a:avLst/>
          </a:prstGeom>
        </p:spPr>
      </p:pic>
      <p:sp>
        <p:nvSpPr>
          <p:cNvPr id="4" name="Rettangolo 3">
            <a:extLst>
              <a:ext uri="{FF2B5EF4-FFF2-40B4-BE49-F238E27FC236}">
                <a16:creationId xmlns:a16="http://schemas.microsoft.com/office/drawing/2014/main" id="{39A922C0-88BE-4AD1-B08B-1ADB64946680}"/>
              </a:ext>
            </a:extLst>
          </p:cNvPr>
          <p:cNvSpPr/>
          <p:nvPr/>
        </p:nvSpPr>
        <p:spPr>
          <a:xfrm>
            <a:off x="8950036" y="1025237"/>
            <a:ext cx="1870364" cy="486294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CasellaDiTesto 1">
            <a:extLst>
              <a:ext uri="{FF2B5EF4-FFF2-40B4-BE49-F238E27FC236}">
                <a16:creationId xmlns:a16="http://schemas.microsoft.com/office/drawing/2014/main" id="{28D59708-4024-42E7-9E52-29E2ECF814BE}"/>
              </a:ext>
            </a:extLst>
          </p:cNvPr>
          <p:cNvSpPr txBox="1"/>
          <p:nvPr/>
        </p:nvSpPr>
        <p:spPr>
          <a:xfrm>
            <a:off x="9254836" y="955963"/>
            <a:ext cx="2175164" cy="5170646"/>
          </a:xfrm>
          <a:prstGeom prst="rect">
            <a:avLst/>
          </a:prstGeom>
          <a:noFill/>
        </p:spPr>
        <p:txBody>
          <a:bodyPr wrap="square" rtlCol="0">
            <a:spAutoFit/>
          </a:bodyPr>
          <a:lstStyle/>
          <a:p>
            <a:r>
              <a:rPr lang="it-IT" sz="2200" dirty="0">
                <a:latin typeface="Times New Roman" panose="02020603050405020304" pitchFamily="18" charset="0"/>
                <a:cs typeface="Times New Roman" panose="02020603050405020304" pitchFamily="18" charset="0"/>
              </a:rPr>
              <a:t>        215</a:t>
            </a:r>
          </a:p>
          <a:p>
            <a:r>
              <a:rPr lang="it-IT" sz="2200" u="sng" dirty="0">
                <a:latin typeface="Times New Roman" panose="02020603050405020304" pitchFamily="18" charset="0"/>
                <a:cs typeface="Times New Roman" panose="02020603050405020304" pitchFamily="18" charset="0"/>
              </a:rPr>
              <a:t>   17.600</a:t>
            </a:r>
          </a:p>
          <a:p>
            <a:r>
              <a:rPr lang="it-IT" sz="2200" u="sng" dirty="0">
                <a:latin typeface="Times New Roman" panose="02020603050405020304" pitchFamily="18" charset="0"/>
                <a:cs typeface="Times New Roman" panose="02020603050405020304" pitchFamily="18" charset="0"/>
              </a:rPr>
              <a:t>   17.815</a:t>
            </a:r>
          </a:p>
          <a:p>
            <a:r>
              <a:rPr lang="it-IT" sz="2200" dirty="0">
                <a:latin typeface="Times New Roman" panose="02020603050405020304" pitchFamily="18" charset="0"/>
                <a:cs typeface="Times New Roman" panose="02020603050405020304" pitchFamily="18" charset="0"/>
              </a:rPr>
              <a:t>        265</a:t>
            </a:r>
          </a:p>
          <a:p>
            <a:r>
              <a:rPr lang="it-IT" sz="2200" u="sng" dirty="0">
                <a:latin typeface="Times New Roman" panose="02020603050405020304" pitchFamily="18" charset="0"/>
                <a:cs typeface="Times New Roman" panose="02020603050405020304" pitchFamily="18" charset="0"/>
              </a:rPr>
              <a:t>   18.080</a:t>
            </a:r>
          </a:p>
          <a:p>
            <a:r>
              <a:rPr lang="it-IT" sz="2200" dirty="0">
                <a:latin typeface="Times New Roman" panose="02020603050405020304" pitchFamily="18" charset="0"/>
                <a:cs typeface="Times New Roman" panose="02020603050405020304" pitchFamily="18" charset="0"/>
              </a:rPr>
              <a:t>   27.058</a:t>
            </a:r>
          </a:p>
          <a:p>
            <a:endParaRPr lang="it-IT" sz="2200" dirty="0">
              <a:latin typeface="Times New Roman" panose="02020603050405020304" pitchFamily="18" charset="0"/>
              <a:cs typeface="Times New Roman" panose="02020603050405020304" pitchFamily="18" charset="0"/>
            </a:endParaRPr>
          </a:p>
          <a:p>
            <a:endParaRPr lang="it-IT" sz="2200" dirty="0">
              <a:latin typeface="Times New Roman" panose="02020603050405020304" pitchFamily="18" charset="0"/>
              <a:cs typeface="Times New Roman" panose="02020603050405020304" pitchFamily="18" charset="0"/>
            </a:endParaRPr>
          </a:p>
          <a:p>
            <a:endParaRPr lang="it-IT" sz="1000" dirty="0">
              <a:latin typeface="Times New Roman" panose="02020603050405020304" pitchFamily="18" charset="0"/>
              <a:cs typeface="Times New Roman" panose="02020603050405020304" pitchFamily="18" charset="0"/>
            </a:endParaRPr>
          </a:p>
          <a:p>
            <a:r>
              <a:rPr lang="it-IT" sz="2200" dirty="0">
                <a:latin typeface="Times New Roman" panose="02020603050405020304" pitchFamily="18" charset="0"/>
                <a:cs typeface="Times New Roman" panose="02020603050405020304" pitchFamily="18" charset="0"/>
              </a:rPr>
              <a:t>   55.640</a:t>
            </a:r>
          </a:p>
          <a:p>
            <a:r>
              <a:rPr lang="it-IT" sz="2200" dirty="0">
                <a:latin typeface="Times New Roman" panose="02020603050405020304" pitchFamily="18" charset="0"/>
                <a:cs typeface="Times New Roman" panose="02020603050405020304" pitchFamily="18" charset="0"/>
              </a:rPr>
              <a:t>   32.412</a:t>
            </a:r>
          </a:p>
          <a:p>
            <a:endParaRPr lang="it-IT" sz="2200" dirty="0">
              <a:latin typeface="Times New Roman" panose="02020603050405020304" pitchFamily="18" charset="0"/>
              <a:cs typeface="Times New Roman" panose="02020603050405020304" pitchFamily="18" charset="0"/>
            </a:endParaRPr>
          </a:p>
          <a:p>
            <a:pPr marL="342900" indent="-342900">
              <a:buFontTx/>
              <a:buChar char="-"/>
            </a:pPr>
            <a:r>
              <a:rPr lang="it-IT" sz="2200" b="1" u="sng" dirty="0">
                <a:latin typeface="Times New Roman" panose="02020603050405020304" pitchFamily="18" charset="0"/>
                <a:cs typeface="Times New Roman" panose="02020603050405020304" pitchFamily="18" charset="0"/>
              </a:rPr>
              <a:t>8.978</a:t>
            </a:r>
          </a:p>
          <a:p>
            <a:pPr marL="342900" indent="-342900">
              <a:buFontTx/>
              <a:buChar char="-"/>
            </a:pPr>
            <a:r>
              <a:rPr lang="it-IT" sz="2200" b="1" u="sng" dirty="0">
                <a:latin typeface="Times New Roman" panose="02020603050405020304" pitchFamily="18" charset="0"/>
                <a:cs typeface="Times New Roman" panose="02020603050405020304" pitchFamily="18" charset="0"/>
              </a:rPr>
              <a:t>9.243</a:t>
            </a:r>
          </a:p>
          <a:p>
            <a:pPr marL="342900" indent="-342900">
              <a:buFontTx/>
              <a:buChar char="-"/>
            </a:pPr>
            <a:r>
              <a:rPr lang="it-IT" sz="2200" b="1" u="sng" dirty="0">
                <a:latin typeface="Times New Roman" panose="02020603050405020304" pitchFamily="18" charset="0"/>
                <a:cs typeface="Times New Roman" panose="02020603050405020304" pitchFamily="18" charset="0"/>
              </a:rPr>
              <a:t>23.228</a:t>
            </a:r>
          </a:p>
        </p:txBody>
      </p:sp>
    </p:spTree>
    <p:extLst>
      <p:ext uri="{BB962C8B-B14F-4D97-AF65-F5344CB8AC3E}">
        <p14:creationId xmlns:p14="http://schemas.microsoft.com/office/powerpoint/2010/main" val="6012583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F1E35DB4-CC2C-4479-98F6-339810B36CDD}"/>
              </a:ext>
            </a:extLst>
          </p:cNvPr>
          <p:cNvSpPr/>
          <p:nvPr/>
        </p:nvSpPr>
        <p:spPr>
          <a:xfrm>
            <a:off x="715617" y="341317"/>
            <a:ext cx="11078817" cy="1477328"/>
          </a:xfrm>
          <a:prstGeom prst="rect">
            <a:avLst/>
          </a:prstGeom>
        </p:spPr>
        <p:txBody>
          <a:bodyPr wrap="square">
            <a:spAutoFit/>
          </a:bodyPr>
          <a:lstStyle/>
          <a:p>
            <a:pPr algn="just"/>
            <a:r>
              <a:rPr lang="it-IT" dirty="0"/>
              <a:t>Si proceda a collocare le voci sotto elencate – riprese dal bilancio di esercizio 2009 della società Alfa S.p.A., operante nel settore delle telecomunicazioni – nell’ambito del prospetto di Conto Economico riclassificato a “ricavi e costo del venduto”. </a:t>
            </a:r>
          </a:p>
          <a:p>
            <a:pPr algn="just"/>
            <a:r>
              <a:rPr lang="it-IT" dirty="0"/>
              <a:t>Si provveda inoltre ad esprimere un giudizio in ordine al contributo offerto dalle varie “aree di gestione” alla formazione del risultato economico dell’esercizio.</a:t>
            </a:r>
          </a:p>
        </p:txBody>
      </p:sp>
      <p:pic>
        <p:nvPicPr>
          <p:cNvPr id="5" name="Immagine 4">
            <a:extLst>
              <a:ext uri="{FF2B5EF4-FFF2-40B4-BE49-F238E27FC236}">
                <a16:creationId xmlns:a16="http://schemas.microsoft.com/office/drawing/2014/main" id="{55D29187-5A0E-422C-A384-58B6C1E1297E}"/>
              </a:ext>
            </a:extLst>
          </p:cNvPr>
          <p:cNvPicPr>
            <a:picLocks noChangeAspect="1"/>
          </p:cNvPicPr>
          <p:nvPr/>
        </p:nvPicPr>
        <p:blipFill>
          <a:blip r:embed="rId2"/>
          <a:stretch>
            <a:fillRect/>
          </a:stretch>
        </p:blipFill>
        <p:spPr>
          <a:xfrm>
            <a:off x="1161310" y="1935281"/>
            <a:ext cx="10187430" cy="4706909"/>
          </a:xfrm>
          <a:prstGeom prst="rect">
            <a:avLst/>
          </a:prstGeom>
        </p:spPr>
      </p:pic>
      <p:sp>
        <p:nvSpPr>
          <p:cNvPr id="6" name="Rettangolo 5">
            <a:extLst>
              <a:ext uri="{FF2B5EF4-FFF2-40B4-BE49-F238E27FC236}">
                <a16:creationId xmlns:a16="http://schemas.microsoft.com/office/drawing/2014/main" id="{1AB8FA44-B903-4000-9E1E-E7B7B26DED26}"/>
              </a:ext>
            </a:extLst>
          </p:cNvPr>
          <p:cNvSpPr/>
          <p:nvPr/>
        </p:nvSpPr>
        <p:spPr>
          <a:xfrm>
            <a:off x="10574656" y="6239434"/>
            <a:ext cx="636494" cy="40275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ln>
                <a:solidFill>
                  <a:schemeClr val="bg1"/>
                </a:solidFill>
              </a:ln>
              <a:solidFill>
                <a:schemeClr val="bg1"/>
              </a:solidFill>
            </a:endParaRPr>
          </a:p>
        </p:txBody>
      </p:sp>
      <p:cxnSp>
        <p:nvCxnSpPr>
          <p:cNvPr id="7" name="Connettore diritto 6">
            <a:extLst>
              <a:ext uri="{FF2B5EF4-FFF2-40B4-BE49-F238E27FC236}">
                <a16:creationId xmlns:a16="http://schemas.microsoft.com/office/drawing/2014/main" id="{8124EFD8-3812-4384-9D7A-F6E8106361C9}"/>
              </a:ext>
            </a:extLst>
          </p:cNvPr>
          <p:cNvCxnSpPr/>
          <p:nvPr/>
        </p:nvCxnSpPr>
        <p:spPr>
          <a:xfrm>
            <a:off x="10556726" y="6536460"/>
            <a:ext cx="708212" cy="0"/>
          </a:xfrm>
          <a:prstGeom prst="line">
            <a:avLst/>
          </a:prstGeom>
          <a:ln/>
        </p:spPr>
        <p:style>
          <a:lnRef idx="3">
            <a:schemeClr val="dk1"/>
          </a:lnRef>
          <a:fillRef idx="0">
            <a:schemeClr val="dk1"/>
          </a:fillRef>
          <a:effectRef idx="2">
            <a:schemeClr val="dk1"/>
          </a:effectRef>
          <a:fontRef idx="minor">
            <a:schemeClr val="tx1"/>
          </a:fontRef>
        </p:style>
      </p:cxnSp>
      <p:sp>
        <p:nvSpPr>
          <p:cNvPr id="8" name="CasellaDiTesto 7">
            <a:extLst>
              <a:ext uri="{FF2B5EF4-FFF2-40B4-BE49-F238E27FC236}">
                <a16:creationId xmlns:a16="http://schemas.microsoft.com/office/drawing/2014/main" id="{A899389B-554C-43D2-A142-B9377BAB3F25}"/>
              </a:ext>
            </a:extLst>
          </p:cNvPr>
          <p:cNvSpPr txBox="1"/>
          <p:nvPr/>
        </p:nvSpPr>
        <p:spPr>
          <a:xfrm>
            <a:off x="10784468" y="6178129"/>
            <a:ext cx="492443" cy="338554"/>
          </a:xfrm>
          <a:prstGeom prst="rect">
            <a:avLst/>
          </a:prstGeom>
          <a:noFill/>
        </p:spPr>
        <p:txBody>
          <a:bodyPr wrap="none" rtlCol="0">
            <a:spAutoFit/>
          </a:bodyPr>
          <a:lstStyle/>
          <a:p>
            <a:r>
              <a:rPr lang="it-IT" sz="1600" dirty="0">
                <a:latin typeface="Times New Roman" panose="02020603050405020304" pitchFamily="18" charset="0"/>
                <a:cs typeface="Times New Roman" panose="02020603050405020304" pitchFamily="18" charset="0"/>
              </a:rPr>
              <a:t>900</a:t>
            </a:r>
          </a:p>
        </p:txBody>
      </p:sp>
    </p:spTree>
    <p:extLst>
      <p:ext uri="{BB962C8B-B14F-4D97-AF65-F5344CB8AC3E}">
        <p14:creationId xmlns:p14="http://schemas.microsoft.com/office/powerpoint/2010/main" val="39398909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84DC5DE2-96C9-42FF-983B-E914E3E75DE2}"/>
              </a:ext>
            </a:extLst>
          </p:cNvPr>
          <p:cNvPicPr>
            <a:picLocks noChangeAspect="1"/>
          </p:cNvPicPr>
          <p:nvPr/>
        </p:nvPicPr>
        <p:blipFill rotWithShape="1">
          <a:blip r:embed="rId2"/>
          <a:srcRect t="602"/>
          <a:stretch/>
        </p:blipFill>
        <p:spPr>
          <a:xfrm>
            <a:off x="1306646" y="149994"/>
            <a:ext cx="9578707" cy="6558011"/>
          </a:xfrm>
          <a:prstGeom prst="rect">
            <a:avLst/>
          </a:prstGeom>
        </p:spPr>
      </p:pic>
      <p:sp>
        <p:nvSpPr>
          <p:cNvPr id="6" name="Rettangolo 5">
            <a:extLst>
              <a:ext uri="{FF2B5EF4-FFF2-40B4-BE49-F238E27FC236}">
                <a16:creationId xmlns:a16="http://schemas.microsoft.com/office/drawing/2014/main" id="{1AB8FA44-B903-4000-9E1E-E7B7B26DED26}"/>
              </a:ext>
            </a:extLst>
          </p:cNvPr>
          <p:cNvSpPr/>
          <p:nvPr/>
        </p:nvSpPr>
        <p:spPr>
          <a:xfrm>
            <a:off x="9818553" y="6338045"/>
            <a:ext cx="636494" cy="40275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ln>
                <a:solidFill>
                  <a:schemeClr val="bg1"/>
                </a:solidFill>
              </a:ln>
              <a:solidFill>
                <a:schemeClr val="bg1"/>
              </a:solidFill>
            </a:endParaRPr>
          </a:p>
        </p:txBody>
      </p:sp>
      <p:cxnSp>
        <p:nvCxnSpPr>
          <p:cNvPr id="7" name="Connettore diritto 6">
            <a:extLst>
              <a:ext uri="{FF2B5EF4-FFF2-40B4-BE49-F238E27FC236}">
                <a16:creationId xmlns:a16="http://schemas.microsoft.com/office/drawing/2014/main" id="{8124EFD8-3812-4384-9D7A-F6E8106361C9}"/>
              </a:ext>
            </a:extLst>
          </p:cNvPr>
          <p:cNvCxnSpPr/>
          <p:nvPr/>
        </p:nvCxnSpPr>
        <p:spPr>
          <a:xfrm>
            <a:off x="9818553" y="6636285"/>
            <a:ext cx="708212" cy="0"/>
          </a:xfrm>
          <a:prstGeom prst="line">
            <a:avLst/>
          </a:prstGeom>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75051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magine 3">
            <a:extLst>
              <a:ext uri="{FF2B5EF4-FFF2-40B4-BE49-F238E27FC236}">
                <a16:creationId xmlns:a16="http://schemas.microsoft.com/office/drawing/2014/main" id="{C6F1FF6D-1CFA-4205-B600-C1F7054B96FA}"/>
              </a:ext>
            </a:extLst>
          </p:cNvPr>
          <p:cNvPicPr>
            <a:picLocks noChangeAspect="1"/>
          </p:cNvPicPr>
          <p:nvPr/>
        </p:nvPicPr>
        <p:blipFill>
          <a:blip r:embed="rId2"/>
          <a:stretch>
            <a:fillRect/>
          </a:stretch>
        </p:blipFill>
        <p:spPr>
          <a:xfrm>
            <a:off x="3713809" y="477465"/>
            <a:ext cx="4560503" cy="2830509"/>
          </a:xfrm>
          <a:prstGeom prst="rect">
            <a:avLst/>
          </a:prstGeom>
        </p:spPr>
      </p:pic>
      <p:pic>
        <p:nvPicPr>
          <p:cNvPr id="5" name="Immagine 4">
            <a:extLst>
              <a:ext uri="{FF2B5EF4-FFF2-40B4-BE49-F238E27FC236}">
                <a16:creationId xmlns:a16="http://schemas.microsoft.com/office/drawing/2014/main" id="{49E1D643-B6BB-4081-84A0-F1820B3B43A0}"/>
              </a:ext>
            </a:extLst>
          </p:cNvPr>
          <p:cNvPicPr>
            <a:picLocks noChangeAspect="1"/>
          </p:cNvPicPr>
          <p:nvPr/>
        </p:nvPicPr>
        <p:blipFill>
          <a:blip r:embed="rId3"/>
          <a:stretch>
            <a:fillRect/>
          </a:stretch>
        </p:blipFill>
        <p:spPr>
          <a:xfrm>
            <a:off x="3731740" y="3307976"/>
            <a:ext cx="4513366" cy="3226886"/>
          </a:xfrm>
          <a:prstGeom prst="rect">
            <a:avLst/>
          </a:prstGeom>
        </p:spPr>
      </p:pic>
      <p:sp>
        <p:nvSpPr>
          <p:cNvPr id="6" name="Rettangolo 5">
            <a:extLst>
              <a:ext uri="{FF2B5EF4-FFF2-40B4-BE49-F238E27FC236}">
                <a16:creationId xmlns:a16="http://schemas.microsoft.com/office/drawing/2014/main" id="{36F99931-CE06-43DF-A32D-7B9F09FEB4E3}"/>
              </a:ext>
            </a:extLst>
          </p:cNvPr>
          <p:cNvSpPr/>
          <p:nvPr/>
        </p:nvSpPr>
        <p:spPr>
          <a:xfrm>
            <a:off x="8236141" y="5903067"/>
            <a:ext cx="1658471" cy="84227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8" name="Connettore diritto 7">
            <a:extLst>
              <a:ext uri="{FF2B5EF4-FFF2-40B4-BE49-F238E27FC236}">
                <a16:creationId xmlns:a16="http://schemas.microsoft.com/office/drawing/2014/main" id="{A2362F29-82AB-403F-9636-1FDA7387432A}"/>
              </a:ext>
            </a:extLst>
          </p:cNvPr>
          <p:cNvCxnSpPr/>
          <p:nvPr/>
        </p:nvCxnSpPr>
        <p:spPr>
          <a:xfrm>
            <a:off x="7888941" y="6534862"/>
            <a:ext cx="519953"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9" name="Connettore diritto 8">
            <a:extLst>
              <a:ext uri="{FF2B5EF4-FFF2-40B4-BE49-F238E27FC236}">
                <a16:creationId xmlns:a16="http://schemas.microsoft.com/office/drawing/2014/main" id="{E101DDE1-A456-44E4-98AD-78C0128F76FF}"/>
              </a:ext>
            </a:extLst>
          </p:cNvPr>
          <p:cNvCxnSpPr>
            <a:cxnSpLocks/>
          </p:cNvCxnSpPr>
          <p:nvPr/>
        </p:nvCxnSpPr>
        <p:spPr>
          <a:xfrm flipH="1">
            <a:off x="7940306" y="6380533"/>
            <a:ext cx="286870"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1552830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6B33EA90-02A2-47CB-ACE0-3AF03A40DDFF}"/>
              </a:ext>
            </a:extLst>
          </p:cNvPr>
          <p:cNvPicPr>
            <a:picLocks noChangeAspect="1"/>
          </p:cNvPicPr>
          <p:nvPr/>
        </p:nvPicPr>
        <p:blipFill>
          <a:blip r:embed="rId3"/>
          <a:stretch>
            <a:fillRect/>
          </a:stretch>
        </p:blipFill>
        <p:spPr>
          <a:xfrm>
            <a:off x="2040276" y="2012438"/>
            <a:ext cx="8111447" cy="4146994"/>
          </a:xfrm>
          <a:prstGeom prst="rect">
            <a:avLst/>
          </a:prstGeom>
        </p:spPr>
      </p:pic>
      <p:sp>
        <p:nvSpPr>
          <p:cNvPr id="5" name="Rettangolo 4">
            <a:extLst>
              <a:ext uri="{FF2B5EF4-FFF2-40B4-BE49-F238E27FC236}">
                <a16:creationId xmlns:a16="http://schemas.microsoft.com/office/drawing/2014/main" id="{F92B36F9-9384-48E6-BC2B-2834D3B9F5B2}"/>
              </a:ext>
            </a:extLst>
          </p:cNvPr>
          <p:cNvSpPr/>
          <p:nvPr/>
        </p:nvSpPr>
        <p:spPr>
          <a:xfrm>
            <a:off x="1165410" y="301697"/>
            <a:ext cx="10165977" cy="1477328"/>
          </a:xfrm>
          <a:prstGeom prst="rect">
            <a:avLst/>
          </a:prstGeom>
        </p:spPr>
        <p:txBody>
          <a:bodyPr wrap="square">
            <a:spAutoFit/>
          </a:bodyPr>
          <a:lstStyle/>
          <a:p>
            <a:pPr algn="just"/>
            <a:r>
              <a:rPr lang="it-IT" dirty="0">
                <a:solidFill>
                  <a:srgbClr val="0070C0"/>
                </a:solidFill>
                <a:latin typeface="Poppins" panose="020B0604020202020204" charset="0"/>
                <a:cs typeface="Poppins" panose="020B0604020202020204" charset="0"/>
              </a:rPr>
              <a:t>Facciamo una considerazione. Abbiamo appena notato che la società in esame ha ottenuto un utile di esercizio di 2,8 milioni, ma in che modo questa informazione può essere rilevante? Detto così non molto, se non per sapere che l’azienda ha prodotto un utile... Ma senza poter compiere analisi comparative e non avendo altri dati a disposizione possiamo calcolare il peso percentuale rispetto ai ricavi di vendita di ogni grandezza presente nel conto economico.</a:t>
            </a:r>
          </a:p>
        </p:txBody>
      </p:sp>
    </p:spTree>
    <p:extLst>
      <p:ext uri="{BB962C8B-B14F-4D97-AF65-F5344CB8AC3E}">
        <p14:creationId xmlns:p14="http://schemas.microsoft.com/office/powerpoint/2010/main" val="2142130976"/>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CEADD803C0F48442AB4649F39F36D470" ma:contentTypeVersion="3" ma:contentTypeDescription="Creare un nuovo documento." ma:contentTypeScope="" ma:versionID="d35b2196341eb729f5da875762150e16">
  <xsd:schema xmlns:xsd="http://www.w3.org/2001/XMLSchema" xmlns:xs="http://www.w3.org/2001/XMLSchema" xmlns:p="http://schemas.microsoft.com/office/2006/metadata/properties" xmlns:ns2="e77681ba-7771-496a-b5df-ee3e7b098b60" targetNamespace="http://schemas.microsoft.com/office/2006/metadata/properties" ma:root="true" ma:fieldsID="a7b6408fcc08daad0ede9d1b64b7a63e" ns2:_="">
    <xsd:import namespace="e77681ba-7771-496a-b5df-ee3e7b098b60"/>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77681ba-7771-496a-b5df-ee3e7b098b6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A2A45BF-0B45-4094-BB33-ADD82FAEA054}"/>
</file>

<file path=customXml/itemProps2.xml><?xml version="1.0" encoding="utf-8"?>
<ds:datastoreItem xmlns:ds="http://schemas.openxmlformats.org/officeDocument/2006/customXml" ds:itemID="{B03525EF-CE30-45FF-BEB6-8453F0C1D900}"/>
</file>

<file path=customXml/itemProps3.xml><?xml version="1.0" encoding="utf-8"?>
<ds:datastoreItem xmlns:ds="http://schemas.openxmlformats.org/officeDocument/2006/customXml" ds:itemID="{D8AA1535-5A9F-4DAC-9C04-0BAD0A72A543}"/>
</file>

<file path=docProps/app.xml><?xml version="1.0" encoding="utf-8"?>
<Properties xmlns="http://schemas.openxmlformats.org/officeDocument/2006/extended-properties" xmlns:vt="http://schemas.openxmlformats.org/officeDocument/2006/docPropsVTypes">
  <TotalTime>1215</TotalTime>
  <Words>625</Words>
  <Application>Microsoft Office PowerPoint</Application>
  <PresentationFormat>Widescreen</PresentationFormat>
  <Paragraphs>50</Paragraphs>
  <Slides>20</Slides>
  <Notes>6</Notes>
  <HiddenSlides>0</HiddenSlides>
  <MMClips>0</MMClips>
  <ScaleCrop>false</ScaleCrop>
  <HeadingPairs>
    <vt:vector size="6" baseType="variant">
      <vt:variant>
        <vt:lpstr>Caratteri utilizzati</vt:lpstr>
      </vt:variant>
      <vt:variant>
        <vt:i4>6</vt:i4>
      </vt:variant>
      <vt:variant>
        <vt:lpstr>Tema</vt:lpstr>
      </vt:variant>
      <vt:variant>
        <vt:i4>2</vt:i4>
      </vt:variant>
      <vt:variant>
        <vt:lpstr>Titoli diapositive</vt:lpstr>
      </vt:variant>
      <vt:variant>
        <vt:i4>20</vt:i4>
      </vt:variant>
    </vt:vector>
  </HeadingPairs>
  <TitlesOfParts>
    <vt:vector size="28" baseType="lpstr">
      <vt:lpstr>Arial</vt:lpstr>
      <vt:lpstr>Calibri</vt:lpstr>
      <vt:lpstr>Calibri Light</vt:lpstr>
      <vt:lpstr>Poppins</vt:lpstr>
      <vt:lpstr>Poppins SemiBold</vt:lpstr>
      <vt:lpstr>Times New Roman</vt:lpstr>
      <vt:lpstr>Tema di Office</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Piccirillo Giuseppe</dc:creator>
  <cp:lastModifiedBy>Piccirillo Giuseppe</cp:lastModifiedBy>
  <cp:revision>28</cp:revision>
  <dcterms:created xsi:type="dcterms:W3CDTF">2024-04-17T18:05:52Z</dcterms:created>
  <dcterms:modified xsi:type="dcterms:W3CDTF">2026-04-27T15:50:34Z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0x010100CEADD803C0F48442AB4649F39F36D470</vt:lpwstr>
  </property>
</Properties>
</file>