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 id="2147483698" r:id="rId5"/>
  </p:sldMasterIdLst>
  <p:notesMasterIdLst>
    <p:notesMasterId r:id="rId23"/>
  </p:notesMasterIdLst>
  <p:sldIdLst>
    <p:sldId id="367" r:id="rId6"/>
    <p:sldId id="327" r:id="rId7"/>
    <p:sldId id="328" r:id="rId8"/>
    <p:sldId id="329" r:id="rId9"/>
    <p:sldId id="342" r:id="rId10"/>
    <p:sldId id="257" r:id="rId11"/>
    <p:sldId id="324" r:id="rId12"/>
    <p:sldId id="343" r:id="rId13"/>
    <p:sldId id="344" r:id="rId14"/>
    <p:sldId id="345" r:id="rId15"/>
    <p:sldId id="346" r:id="rId16"/>
    <p:sldId id="347" r:id="rId17"/>
    <p:sldId id="363" r:id="rId18"/>
    <p:sldId id="368" r:id="rId19"/>
    <p:sldId id="364" r:id="rId20"/>
    <p:sldId id="365" r:id="rId21"/>
    <p:sldId id="362" r:id="rId22"/>
  </p:sldIdLst>
  <p:sldSz cx="9144000" cy="6858000" type="screen4x3"/>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81084" autoAdjust="0"/>
  </p:normalViewPr>
  <p:slideViewPr>
    <p:cSldViewPr snapToGrid="0" snapToObjects="1">
      <p:cViewPr varScale="1">
        <p:scale>
          <a:sx n="69" d="100"/>
          <a:sy n="69" d="100"/>
        </p:scale>
        <p:origin x="1858"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ROSALBA ANGRISANI" userId="478df574-db9e-4150-8747-be9b561b464a" providerId="ADAL" clId="{B90313BB-66FB-4938-A1D6-955A5ACCB4E5}"/>
    <pc:docChg chg="custSel addSld delSld modSld sldOrd">
      <pc:chgData name="MARIAROSALBA ANGRISANI" userId="478df574-db9e-4150-8747-be9b561b464a" providerId="ADAL" clId="{B90313BB-66FB-4938-A1D6-955A5ACCB4E5}" dt="2023-02-24T15:24:12.723" v="56" actId="47"/>
      <pc:docMkLst>
        <pc:docMk/>
      </pc:docMkLst>
      <pc:sldChg chg="del">
        <pc:chgData name="MARIAROSALBA ANGRISANI" userId="478df574-db9e-4150-8747-be9b561b464a" providerId="ADAL" clId="{B90313BB-66FB-4938-A1D6-955A5ACCB4E5}" dt="2023-02-24T15:24:12.723" v="56" actId="47"/>
        <pc:sldMkLst>
          <pc:docMk/>
          <pc:sldMk cId="0" sldId="256"/>
        </pc:sldMkLst>
      </pc:sldChg>
      <pc:sldChg chg="modSp add mod ord">
        <pc:chgData name="MARIAROSALBA ANGRISANI" userId="478df574-db9e-4150-8747-be9b561b464a" providerId="ADAL" clId="{B90313BB-66FB-4938-A1D6-955A5ACCB4E5}" dt="2023-02-24T15:24:09.069" v="55" actId="20577"/>
        <pc:sldMkLst>
          <pc:docMk/>
          <pc:sldMk cId="2675685364" sldId="326"/>
        </pc:sldMkLst>
        <pc:spChg chg="mod">
          <ac:chgData name="MARIAROSALBA ANGRISANI" userId="478df574-db9e-4150-8747-be9b561b464a" providerId="ADAL" clId="{B90313BB-66FB-4938-A1D6-955A5ACCB4E5}" dt="2023-02-24T15:23:39.524" v="4" actId="27636"/>
          <ac:spMkLst>
            <pc:docMk/>
            <pc:sldMk cId="2675685364" sldId="326"/>
            <ac:spMk id="2" creationId="{00000000-0000-0000-0000-000000000000}"/>
          </ac:spMkLst>
        </pc:spChg>
        <pc:spChg chg="mod">
          <ac:chgData name="MARIAROSALBA ANGRISANI" userId="478df574-db9e-4150-8747-be9b561b464a" providerId="ADAL" clId="{B90313BB-66FB-4938-A1D6-955A5ACCB4E5}" dt="2023-02-24T15:24:09.069" v="55" actId="20577"/>
          <ac:spMkLst>
            <pc:docMk/>
            <pc:sldMk cId="2675685364" sldId="326"/>
            <ac:spMk id="3" creationId="{00000000-0000-0000-0000-000000000000}"/>
          </ac:spMkLst>
        </pc:spChg>
      </pc:sldChg>
    </pc:docChg>
  </pc:docChgLst>
  <pc:docChgLst>
    <pc:chgData clId="Web-{BA7A5C31-5A24-416A-8E10-76A16DE954EF}"/>
    <pc:docChg chg="modSld">
      <pc:chgData name="" userId="" providerId="" clId="Web-{BA7A5C31-5A24-416A-8E10-76A16DE954EF}" dt="2020-03-13T09:05:35.255" v="1" actId="20577"/>
      <pc:docMkLst>
        <pc:docMk/>
      </pc:docMkLst>
      <pc:sldChg chg="modSp">
        <pc:chgData name="" userId="" providerId="" clId="Web-{BA7A5C31-5A24-416A-8E10-76A16DE954EF}" dt="2020-03-13T09:05:35.255" v="0" actId="20577"/>
        <pc:sldMkLst>
          <pc:docMk/>
          <pc:sldMk cId="0" sldId="256"/>
        </pc:sldMkLst>
        <pc:spChg chg="mod">
          <ac:chgData name="" userId="" providerId="" clId="Web-{BA7A5C31-5A24-416A-8E10-76A16DE954EF}" dt="2020-03-13T09:05:35.255" v="0" actId="20577"/>
          <ac:spMkLst>
            <pc:docMk/>
            <pc:sldMk cId="0" sldId="256"/>
            <ac:spMk id="3" creationId="{00000000-0000-0000-0000-000000000000}"/>
          </ac:spMkLst>
        </pc:spChg>
      </pc:sldChg>
    </pc:docChg>
  </pc:docChgLst>
  <pc:docChgLst>
    <pc:chgData name="CRISTINA MELE" userId="S::crimele@unina.it::1d8acbd4-4975-4296-b7c8-8de70af4809a" providerId="AD" clId="Web-{BA7A5C31-5A24-416A-8E10-76A16DE954EF}"/>
    <pc:docChg chg="delSld">
      <pc:chgData name="CRISTINA MELE" userId="S::crimele@unina.it::1d8acbd4-4975-4296-b7c8-8de70af4809a" providerId="AD" clId="Web-{BA7A5C31-5A24-416A-8E10-76A16DE954EF}" dt="2020-03-13T09:05:43.318" v="5"/>
      <pc:docMkLst>
        <pc:docMk/>
      </pc:docMkLst>
      <pc:sldChg chg="del">
        <pc:chgData name="CRISTINA MELE" userId="S::crimele@unina.it::1d8acbd4-4975-4296-b7c8-8de70af4809a" providerId="AD" clId="Web-{BA7A5C31-5A24-416A-8E10-76A16DE954EF}" dt="2020-03-13T09:05:41.334" v="3"/>
        <pc:sldMkLst>
          <pc:docMk/>
          <pc:sldMk cId="4203052491" sldId="318"/>
        </pc:sldMkLst>
      </pc:sldChg>
      <pc:sldChg chg="del">
        <pc:chgData name="CRISTINA MELE" userId="S::crimele@unina.it::1d8acbd4-4975-4296-b7c8-8de70af4809a" providerId="AD" clId="Web-{BA7A5C31-5A24-416A-8E10-76A16DE954EF}" dt="2020-03-13T09:05:43.037" v="4"/>
        <pc:sldMkLst>
          <pc:docMk/>
          <pc:sldMk cId="4020052669" sldId="319"/>
        </pc:sldMkLst>
      </pc:sldChg>
      <pc:sldChg chg="del">
        <pc:chgData name="CRISTINA MELE" userId="S::crimele@unina.it::1d8acbd4-4975-4296-b7c8-8de70af4809a" providerId="AD" clId="Web-{BA7A5C31-5A24-416A-8E10-76A16DE954EF}" dt="2020-03-13T09:05:43.318" v="5"/>
        <pc:sldMkLst>
          <pc:docMk/>
          <pc:sldMk cId="825068183" sldId="320"/>
        </pc:sldMkLst>
      </pc:sldChg>
      <pc:sldChg chg="del">
        <pc:chgData name="CRISTINA MELE" userId="S::crimele@unina.it::1d8acbd4-4975-4296-b7c8-8de70af4809a" providerId="AD" clId="Web-{BA7A5C31-5A24-416A-8E10-76A16DE954EF}" dt="2020-03-13T09:05:39.474" v="1"/>
        <pc:sldMkLst>
          <pc:docMk/>
          <pc:sldMk cId="4003113446" sldId="321"/>
        </pc:sldMkLst>
      </pc:sldChg>
      <pc:sldChg chg="del">
        <pc:chgData name="CRISTINA MELE" userId="S::crimele@unina.it::1d8acbd4-4975-4296-b7c8-8de70af4809a" providerId="AD" clId="Web-{BA7A5C31-5A24-416A-8E10-76A16DE954EF}" dt="2020-03-13T09:05:40.662" v="2"/>
        <pc:sldMkLst>
          <pc:docMk/>
          <pc:sldMk cId="3692359355" sldId="322"/>
        </pc:sldMkLst>
      </pc:sldChg>
    </pc:docChg>
  </pc:docChgLst>
  <pc:docChgLst>
    <pc:chgData name="MARIAROSALBA ANGRISANI" userId="478df574-db9e-4150-8747-be9b561b464a" providerId="ADAL" clId="{98BE5628-6564-48A2-9F86-16D77E74AD86}"/>
    <pc:docChg chg="modSld">
      <pc:chgData name="MARIAROSALBA ANGRISANI" userId="478df574-db9e-4150-8747-be9b561b464a" providerId="ADAL" clId="{98BE5628-6564-48A2-9F86-16D77E74AD86}" dt="2023-03-03T12:46:13.232" v="0" actId="6549"/>
      <pc:docMkLst>
        <pc:docMk/>
      </pc:docMkLst>
      <pc:sldChg chg="modSp mod">
        <pc:chgData name="MARIAROSALBA ANGRISANI" userId="478df574-db9e-4150-8747-be9b561b464a" providerId="ADAL" clId="{98BE5628-6564-48A2-9F86-16D77E74AD86}" dt="2023-03-03T12:46:13.232" v="0" actId="6549"/>
        <pc:sldMkLst>
          <pc:docMk/>
          <pc:sldMk cId="2675685364" sldId="326"/>
        </pc:sldMkLst>
        <pc:spChg chg="mod">
          <ac:chgData name="MARIAROSALBA ANGRISANI" userId="478df574-db9e-4150-8747-be9b561b464a" providerId="ADAL" clId="{98BE5628-6564-48A2-9F86-16D77E74AD86}" dt="2023-03-03T12:46:13.232" v="0" actId="6549"/>
          <ac:spMkLst>
            <pc:docMk/>
            <pc:sldMk cId="2675685364" sldId="326"/>
            <ac:spMk id="6" creationId="{5629FD5F-90A4-F1DA-63E1-597B4ACFFE27}"/>
          </ac:spMkLst>
        </pc:spChg>
      </pc:sldChg>
    </pc:docChg>
  </pc:docChgLst>
  <pc:docChgLst>
    <pc:chgData name="IRENE DI BERNARDO" userId="S::irene.dibernardo@unina.it::babacfdc-629e-4312-b03c-fc912b690a83" providerId="AD" clId="Web-{44061A60-9B02-4B18-A2DA-C4BF50FCE93A}"/>
    <pc:docChg chg="modSld">
      <pc:chgData name="IRENE DI BERNARDO" userId="S::irene.dibernardo@unina.it::babacfdc-629e-4312-b03c-fc912b690a83" providerId="AD" clId="Web-{44061A60-9B02-4B18-A2DA-C4BF50FCE93A}" dt="2020-10-05T09:27:51.224" v="5" actId="20577"/>
      <pc:docMkLst>
        <pc:docMk/>
      </pc:docMkLst>
      <pc:sldChg chg="modSp">
        <pc:chgData name="IRENE DI BERNARDO" userId="S::irene.dibernardo@unina.it::babacfdc-629e-4312-b03c-fc912b690a83" providerId="AD" clId="Web-{44061A60-9B02-4B18-A2DA-C4BF50FCE93A}" dt="2020-10-05T09:27:37.238" v="3" actId="20577"/>
        <pc:sldMkLst>
          <pc:docMk/>
          <pc:sldMk cId="1690595282" sldId="307"/>
        </pc:sldMkLst>
        <pc:spChg chg="mod">
          <ac:chgData name="IRENE DI BERNARDO" userId="S::irene.dibernardo@unina.it::babacfdc-629e-4312-b03c-fc912b690a83" providerId="AD" clId="Web-{44061A60-9B02-4B18-A2DA-C4BF50FCE93A}" dt="2020-10-05T09:27:37.238" v="3" actId="20577"/>
          <ac:spMkLst>
            <pc:docMk/>
            <pc:sldMk cId="1690595282" sldId="307"/>
            <ac:spMk id="8" creationId="{C45C7F0E-AE09-B148-9574-4D3E6D92562B}"/>
          </ac:spMkLst>
        </pc:spChg>
      </pc:sldChg>
      <pc:sldChg chg="modSp">
        <pc:chgData name="IRENE DI BERNARDO" userId="S::irene.dibernardo@unina.it::babacfdc-629e-4312-b03c-fc912b690a83" providerId="AD" clId="Web-{44061A60-9B02-4B18-A2DA-C4BF50FCE93A}" dt="2020-10-05T09:25:31.122" v="0" actId="1076"/>
        <pc:sldMkLst>
          <pc:docMk/>
          <pc:sldMk cId="4224197641" sldId="324"/>
        </pc:sldMkLst>
        <pc:picChg chg="mod">
          <ac:chgData name="IRENE DI BERNARDO" userId="S::irene.dibernardo@unina.it::babacfdc-629e-4312-b03c-fc912b690a83" providerId="AD" clId="Web-{44061A60-9B02-4B18-A2DA-C4BF50FCE93A}" dt="2020-10-05T09:25:31.122" v="0" actId="1076"/>
          <ac:picMkLst>
            <pc:docMk/>
            <pc:sldMk cId="4224197641" sldId="324"/>
            <ac:picMk id="26" creationId="{DEF7A5E2-419B-EB48-956A-5487E19CE63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32FF45-6C2B-BF43-A6E6-455C162C6C48}" type="datetimeFigureOut">
              <a:rPr lang="it-IT" smtClean="0"/>
              <a:pPr/>
              <a:t>25/03/2026</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69C97A-4DF7-F042-A965-1FB79971CB2E}"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367AC0-BB0E-EE45-B67E-6606AB89C3E0}"/>
              </a:ext>
            </a:extLst>
          </p:cNvPr>
          <p:cNvSpPr>
            <a:spLocks noGrp="1"/>
          </p:cNvSpPr>
          <p:nvPr>
            <p:ph type="ctrTitle"/>
          </p:nvPr>
        </p:nvSpPr>
        <p:spPr>
          <a:xfrm>
            <a:off x="1143000" y="1122363"/>
            <a:ext cx="6858000" cy="2387600"/>
          </a:xfrm>
        </p:spPr>
        <p:txBody>
          <a:bodyPr anchor="b"/>
          <a:lstStyle>
            <a:lvl1pPr algn="ctr">
              <a:defRPr sz="45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FF53AB7-2040-6A4E-B8ED-67778AF88E5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D7FF3A72-D704-1841-96AA-28EC3DD8E2CE}"/>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A9CA5FEA-D3F6-8D4F-BD4F-ECA68565428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EAAD52E-67DD-4B40-8F63-C3017CBE6B68}"/>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509107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36CF00-FD7E-3F4B-9F94-8678F6E867F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92E0252-69EC-B644-974B-5C54AEBC12B1}"/>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6FA8D48-3180-EF46-9462-2E11F852B0FF}"/>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6E8CBD3E-9CC2-AB4D-9F84-714C51B156A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39A2179-0F5D-7A48-8EB5-044E5DCF17D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015906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D9337D-EA32-C342-971D-6F706E94AAA7}"/>
              </a:ext>
            </a:extLst>
          </p:cNvPr>
          <p:cNvSpPr>
            <a:spLocks noGrp="1"/>
          </p:cNvSpPr>
          <p:nvPr>
            <p:ph type="title"/>
          </p:nvPr>
        </p:nvSpPr>
        <p:spPr>
          <a:xfrm>
            <a:off x="623888" y="1709739"/>
            <a:ext cx="7886700" cy="2852737"/>
          </a:xfrm>
        </p:spPr>
        <p:txBody>
          <a:bodyPr anchor="b"/>
          <a:lstStyle>
            <a:lvl1pPr>
              <a:defRPr sz="45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F038567C-11D6-3149-815B-596D4EE5068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23841DE1-40FA-5541-A83E-AFF6A60DA277}"/>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DDE33406-5847-C144-9808-ECE09FA3E14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3DE7CB0-65E2-9D44-9CF8-6BF203218AB3}"/>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465915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A7A561-BA9A-1247-922E-6C11556BBC4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C522E11-E4F4-3542-8669-453F68FA8398}"/>
              </a:ext>
            </a:extLst>
          </p:cNvPr>
          <p:cNvSpPr>
            <a:spLocks noGrp="1"/>
          </p:cNvSpPr>
          <p:nvPr>
            <p:ph sz="half" idx="1"/>
          </p:nvPr>
        </p:nvSpPr>
        <p:spPr>
          <a:xfrm>
            <a:off x="628650" y="1825625"/>
            <a:ext cx="38862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00F52616-68E6-BB4A-96A9-1B7ACBF51BEC}"/>
              </a:ext>
            </a:extLst>
          </p:cNvPr>
          <p:cNvSpPr>
            <a:spLocks noGrp="1"/>
          </p:cNvSpPr>
          <p:nvPr>
            <p:ph sz="half" idx="2"/>
          </p:nvPr>
        </p:nvSpPr>
        <p:spPr>
          <a:xfrm>
            <a:off x="4629150" y="1825625"/>
            <a:ext cx="38862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7CC6BDC-A9E5-AA42-A8A5-C1103F0C3C64}"/>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6" name="Segnaposto piè di pagina 5">
            <a:extLst>
              <a:ext uri="{FF2B5EF4-FFF2-40B4-BE49-F238E27FC236}">
                <a16:creationId xmlns:a16="http://schemas.microsoft.com/office/drawing/2014/main" id="{42F679D5-D7D6-4749-9054-BD128D89C9A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89AA0E8-25D9-1E40-804D-997B6AEA01BD}"/>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508262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2B8D5F3-5523-B347-8B04-827E78F83122}"/>
              </a:ext>
            </a:extLst>
          </p:cNvPr>
          <p:cNvSpPr>
            <a:spLocks noGrp="1"/>
          </p:cNvSpPr>
          <p:nvPr>
            <p:ph type="title"/>
          </p:nvPr>
        </p:nvSpPr>
        <p:spPr>
          <a:xfrm>
            <a:off x="629841" y="365126"/>
            <a:ext cx="78867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B603646-5E6A-2F41-B712-8E476B6A62E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F98D5E67-11E2-1046-A296-1CC9171C7BAB}"/>
              </a:ext>
            </a:extLst>
          </p:cNvPr>
          <p:cNvSpPr>
            <a:spLocks noGrp="1"/>
          </p:cNvSpPr>
          <p:nvPr>
            <p:ph sz="half" idx="2"/>
          </p:nvPr>
        </p:nvSpPr>
        <p:spPr>
          <a:xfrm>
            <a:off x="629842" y="2505075"/>
            <a:ext cx="3868340"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D30E96A8-2A9D-BA44-82AB-B82F09212EC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68018130-58EC-284C-A192-C371081C2517}"/>
              </a:ext>
            </a:extLst>
          </p:cNvPr>
          <p:cNvSpPr>
            <a:spLocks noGrp="1"/>
          </p:cNvSpPr>
          <p:nvPr>
            <p:ph sz="quarter" idx="4"/>
          </p:nvPr>
        </p:nvSpPr>
        <p:spPr>
          <a:xfrm>
            <a:off x="4629150" y="2505075"/>
            <a:ext cx="3887391"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CB29458A-6CF3-B94E-B727-939D1A471561}"/>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8" name="Segnaposto piè di pagina 7">
            <a:extLst>
              <a:ext uri="{FF2B5EF4-FFF2-40B4-BE49-F238E27FC236}">
                <a16:creationId xmlns:a16="http://schemas.microsoft.com/office/drawing/2014/main" id="{59E19C0E-0F91-0940-9385-12ABA967BD64}"/>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40768A48-068F-974D-98D6-0EC1DDB35679}"/>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460649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ED85C5-357B-0E40-828C-67A5C373E61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853762B7-CE4C-5348-82D8-7D04F258B97C}"/>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4" name="Segnaposto piè di pagina 3">
            <a:extLst>
              <a:ext uri="{FF2B5EF4-FFF2-40B4-BE49-F238E27FC236}">
                <a16:creationId xmlns:a16="http://schemas.microsoft.com/office/drawing/2014/main" id="{64DB46E7-B21B-A941-B987-55316164A5D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BEEB6E9-366B-B649-B905-E5A56D276216}"/>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023612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8D75B54-E12A-5442-8D55-468B050E0F6F}"/>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3" name="Segnaposto piè di pagina 2">
            <a:extLst>
              <a:ext uri="{FF2B5EF4-FFF2-40B4-BE49-F238E27FC236}">
                <a16:creationId xmlns:a16="http://schemas.microsoft.com/office/drawing/2014/main" id="{FAB2A5C5-1808-2946-8DFE-67203370BD81}"/>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F6E26AB-A10A-934A-A0EC-30A1322A1E35}"/>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030433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7E5C40B-E968-214F-8001-CA7591B0DD24}"/>
              </a:ext>
            </a:extLst>
          </p:cNvPr>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825A044-FBFB-9644-BF3A-2594AC0412A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B2B36071-4534-D54F-AFF1-F727D2DC2AB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8641952-BC71-5A4B-BC34-62A2DD8CBCC3}"/>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6" name="Segnaposto piè di pagina 5">
            <a:extLst>
              <a:ext uri="{FF2B5EF4-FFF2-40B4-BE49-F238E27FC236}">
                <a16:creationId xmlns:a16="http://schemas.microsoft.com/office/drawing/2014/main" id="{0E0AA137-16A9-154E-87E2-05B30FB762A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4F91609-B2E7-2840-A72D-7EDA1C24F960}"/>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836420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F754E3-2D14-8F40-B464-14B90BB9B1E4}"/>
              </a:ext>
            </a:extLst>
          </p:cNvPr>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4E2F00A2-A169-3647-A99A-786F0618B58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it-IT"/>
          </a:p>
        </p:txBody>
      </p:sp>
      <p:sp>
        <p:nvSpPr>
          <p:cNvPr id="4" name="Segnaposto testo 3">
            <a:extLst>
              <a:ext uri="{FF2B5EF4-FFF2-40B4-BE49-F238E27FC236}">
                <a16:creationId xmlns:a16="http://schemas.microsoft.com/office/drawing/2014/main" id="{CACC0AB3-6414-2145-B265-67BDAB7EE15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ABB4EDBE-6213-DF4D-A4EE-AAF863ADF158}"/>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6" name="Segnaposto piè di pagina 5">
            <a:extLst>
              <a:ext uri="{FF2B5EF4-FFF2-40B4-BE49-F238E27FC236}">
                <a16:creationId xmlns:a16="http://schemas.microsoft.com/office/drawing/2014/main" id="{DDBE1ECD-E8FF-E24F-9FBA-9BB14237E8A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FBF896D-807F-2149-A5ED-B820001F78E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893616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EE0EDF-6CF5-A14C-99B4-55F664CB25B7}"/>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6562458-A655-544A-A151-8A948B62E3A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8AF6DD5-DF38-A143-851C-B8924309AC7C}"/>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D3174AE1-61D9-8F49-9F60-D7301C88E36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B979509-6812-5346-836E-1B19A053E28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916118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E2465E9-337A-1545-8D0B-9B65F6A3D8D8}"/>
              </a:ext>
            </a:extLst>
          </p:cNvPr>
          <p:cNvSpPr>
            <a:spLocks noGrp="1"/>
          </p:cNvSpPr>
          <p:nvPr>
            <p:ph type="title" orient="vert"/>
          </p:nvPr>
        </p:nvSpPr>
        <p:spPr>
          <a:xfrm>
            <a:off x="6543675" y="365125"/>
            <a:ext cx="1971675"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0430FEB-0602-2D4E-AF90-10E335830C3A}"/>
              </a:ext>
            </a:extLst>
          </p:cNvPr>
          <p:cNvSpPr>
            <a:spLocks noGrp="1"/>
          </p:cNvSpPr>
          <p:nvPr>
            <p:ph type="body" orient="vert" idx="1"/>
          </p:nvPr>
        </p:nvSpPr>
        <p:spPr>
          <a:xfrm>
            <a:off x="628650" y="365125"/>
            <a:ext cx="5800725"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2C2387C-14AF-1547-87D4-20939D3E801F}"/>
              </a:ext>
            </a:extLst>
          </p:cNvPr>
          <p:cNvSpPr>
            <a:spLocks noGrp="1"/>
          </p:cNvSpPr>
          <p:nvPr>
            <p:ph type="dt" sz="half" idx="10"/>
          </p:nvPr>
        </p:nvSpPr>
        <p:spPr/>
        <p:txBody>
          <a:body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9B85970C-D285-FC46-9BB1-94A16BE1E3F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5CA9C2E-F38A-3642-A45E-1F01AE95919B}"/>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845445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78" b="1" i="0">
                <a:solidFill>
                  <a:srgbClr val="330065"/>
                </a:solidFill>
                <a:latin typeface="Arial"/>
                <a:cs typeface="Arial"/>
              </a:defRPr>
            </a:lvl1pPr>
          </a:lstStyle>
          <a:p>
            <a:endParaRPr/>
          </a:p>
        </p:txBody>
      </p:sp>
      <p:sp>
        <p:nvSpPr>
          <p:cNvPr id="3" name="Holder 3"/>
          <p:cNvSpPr>
            <a:spLocks noGrp="1"/>
          </p:cNvSpPr>
          <p:nvPr>
            <p:ph sz="half" idx="2"/>
          </p:nvPr>
        </p:nvSpPr>
        <p:spPr>
          <a:xfrm>
            <a:off x="457201" y="1577340"/>
            <a:ext cx="3977640" cy="29084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1" y="1577340"/>
            <a:ext cx="3977640" cy="29084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545" b="0" i="0">
                <a:solidFill>
                  <a:schemeClr val="tx1"/>
                </a:solidFill>
                <a:latin typeface="Arial"/>
                <a:cs typeface="Arial"/>
              </a:defRPr>
            </a:lvl1pPr>
          </a:lstStyle>
          <a:p>
            <a:pPr marL="8645">
              <a:spcBef>
                <a:spcPts val="17"/>
              </a:spcBef>
            </a:pPr>
            <a:r>
              <a:rPr lang="it-IT"/>
              <a:t>Sergio Sciarelli - </a:t>
            </a:r>
            <a:r>
              <a:rPr lang="it-IT" spc="-4"/>
              <a:t>La gestione dell'impresa CEDAM </a:t>
            </a:r>
            <a:r>
              <a:rPr lang="it-IT"/>
              <a:t>© </a:t>
            </a:r>
            <a:r>
              <a:rPr lang="it-IT" spc="-4"/>
              <a:t>2011 </a:t>
            </a:r>
            <a:r>
              <a:rPr lang="it-IT"/>
              <a:t>Wolters Kluwer Italia</a:t>
            </a:r>
            <a:r>
              <a:rPr lang="it-IT" spc="-41"/>
              <a:t> </a:t>
            </a:r>
            <a:r>
              <a:rPr lang="it-IT"/>
              <a:t>S.r.l.</a:t>
            </a:r>
            <a:endParaRPr lang="it-IT"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35843044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1777468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42900" y="1420283"/>
            <a:ext cx="3886200" cy="98001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685800" y="2590800"/>
            <a:ext cx="3200400" cy="1168400"/>
          </a:xfrm>
          <a:prstGeom prst="rect">
            <a:avLst/>
          </a:prstGeom>
          <a:noFill/>
          <a:ln>
            <a:noFill/>
          </a:ln>
        </p:spPr>
        <p:txBody>
          <a:bodyPr spcFirstLastPara="1" wrap="square" lIns="91425" tIns="45700" rIns="91425" bIns="45700" anchor="t" anchorCtr="0">
            <a:normAutofit/>
          </a:bodyPr>
          <a:lstStyle>
            <a:lvl1pPr lvl="0" algn="ctr">
              <a:spcBef>
                <a:spcPts val="320"/>
              </a:spcBef>
              <a:spcAft>
                <a:spcPts val="0"/>
              </a:spcAft>
              <a:buClr>
                <a:srgbClr val="888888"/>
              </a:buClr>
              <a:buSzPts val="3200"/>
              <a:buNone/>
              <a:defRPr>
                <a:solidFill>
                  <a:srgbClr val="888888"/>
                </a:solidFill>
              </a:defRPr>
            </a:lvl1pPr>
            <a:lvl2pPr lvl="1" algn="ctr">
              <a:spcBef>
                <a:spcPts val="280"/>
              </a:spcBef>
              <a:spcAft>
                <a:spcPts val="0"/>
              </a:spcAft>
              <a:buClr>
                <a:srgbClr val="888888"/>
              </a:buClr>
              <a:buSzPts val="2800"/>
              <a:buNone/>
              <a:defRPr>
                <a:solidFill>
                  <a:srgbClr val="888888"/>
                </a:solidFill>
              </a:defRPr>
            </a:lvl2pPr>
            <a:lvl3pPr lvl="2" algn="ctr">
              <a:spcBef>
                <a:spcPts val="240"/>
              </a:spcBef>
              <a:spcAft>
                <a:spcPts val="0"/>
              </a:spcAft>
              <a:buClr>
                <a:srgbClr val="888888"/>
              </a:buClr>
              <a:buSzPts val="2400"/>
              <a:buNone/>
              <a:defRPr>
                <a:solidFill>
                  <a:srgbClr val="888888"/>
                </a:solidFill>
              </a:defRPr>
            </a:lvl3pPr>
            <a:lvl4pPr lvl="3" algn="ctr">
              <a:spcBef>
                <a:spcPts val="200"/>
              </a:spcBef>
              <a:spcAft>
                <a:spcPts val="0"/>
              </a:spcAft>
              <a:buClr>
                <a:srgbClr val="888888"/>
              </a:buClr>
              <a:buSzPts val="2000"/>
              <a:buNone/>
              <a:defRPr>
                <a:solidFill>
                  <a:srgbClr val="888888"/>
                </a:solidFill>
              </a:defRPr>
            </a:lvl4pPr>
            <a:lvl5pPr lvl="4" algn="ctr">
              <a:spcBef>
                <a:spcPts val="200"/>
              </a:spcBef>
              <a:spcAft>
                <a:spcPts val="0"/>
              </a:spcAft>
              <a:buClr>
                <a:srgbClr val="888888"/>
              </a:buClr>
              <a:buSzPts val="2000"/>
              <a:buNone/>
              <a:defRPr>
                <a:solidFill>
                  <a:srgbClr val="888888"/>
                </a:solidFill>
              </a:defRPr>
            </a:lvl5pPr>
            <a:lvl6pPr lvl="5" algn="ctr">
              <a:spcBef>
                <a:spcPts val="200"/>
              </a:spcBef>
              <a:spcAft>
                <a:spcPts val="0"/>
              </a:spcAft>
              <a:buClr>
                <a:srgbClr val="888888"/>
              </a:buClr>
              <a:buSzPts val="2000"/>
              <a:buNone/>
              <a:defRPr>
                <a:solidFill>
                  <a:srgbClr val="888888"/>
                </a:solidFill>
              </a:defRPr>
            </a:lvl6pPr>
            <a:lvl7pPr lvl="6" algn="ctr">
              <a:spcBef>
                <a:spcPts val="200"/>
              </a:spcBef>
              <a:spcAft>
                <a:spcPts val="0"/>
              </a:spcAft>
              <a:buClr>
                <a:srgbClr val="888888"/>
              </a:buClr>
              <a:buSzPts val="2000"/>
              <a:buNone/>
              <a:defRPr>
                <a:solidFill>
                  <a:srgbClr val="888888"/>
                </a:solidFill>
              </a:defRPr>
            </a:lvl7pPr>
            <a:lvl8pPr lvl="7" algn="ctr">
              <a:spcBef>
                <a:spcPts val="200"/>
              </a:spcBef>
              <a:spcAft>
                <a:spcPts val="0"/>
              </a:spcAft>
              <a:buClr>
                <a:srgbClr val="888888"/>
              </a:buClr>
              <a:buSzPts val="2000"/>
              <a:buNone/>
              <a:defRPr>
                <a:solidFill>
                  <a:srgbClr val="888888"/>
                </a:solidFill>
              </a:defRPr>
            </a:lvl8pPr>
            <a:lvl9pPr lvl="8" algn="ctr">
              <a:spcBef>
                <a:spcPts val="2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9051213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8600" y="1066801"/>
            <a:ext cx="4114800" cy="3017309"/>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794203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361157" y="2937934"/>
            <a:ext cx="3886200" cy="90805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2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361157" y="1937810"/>
            <a:ext cx="3886200" cy="1000125"/>
          </a:xfrm>
          <a:prstGeom prst="rect">
            <a:avLst/>
          </a:prstGeom>
          <a:noFill/>
          <a:ln>
            <a:noFill/>
          </a:ln>
        </p:spPr>
        <p:txBody>
          <a:bodyPr spcFirstLastPara="1" wrap="square" lIns="91425" tIns="45700" rIns="91425" bIns="45700" anchor="b" anchorCtr="0">
            <a:normAutofit/>
          </a:bodyPr>
          <a:lstStyle>
            <a:lvl1pPr marL="228611" lvl="0" indent="-114306" algn="l">
              <a:spcBef>
                <a:spcPts val="200"/>
              </a:spcBef>
              <a:spcAft>
                <a:spcPts val="0"/>
              </a:spcAft>
              <a:buClr>
                <a:srgbClr val="888888"/>
              </a:buClr>
              <a:buSzPts val="2000"/>
              <a:buNone/>
              <a:defRPr sz="1000">
                <a:solidFill>
                  <a:srgbClr val="888888"/>
                </a:solidFill>
              </a:defRPr>
            </a:lvl1pPr>
            <a:lvl2pPr marL="457223" lvl="1" indent="-114306" algn="l">
              <a:spcBef>
                <a:spcPts val="180"/>
              </a:spcBef>
              <a:spcAft>
                <a:spcPts val="0"/>
              </a:spcAft>
              <a:buClr>
                <a:srgbClr val="888888"/>
              </a:buClr>
              <a:buSzPts val="1800"/>
              <a:buNone/>
              <a:defRPr sz="900">
                <a:solidFill>
                  <a:srgbClr val="888888"/>
                </a:solidFill>
              </a:defRPr>
            </a:lvl2pPr>
            <a:lvl3pPr marL="685835" lvl="2" indent="-114306" algn="l">
              <a:spcBef>
                <a:spcPts val="160"/>
              </a:spcBef>
              <a:spcAft>
                <a:spcPts val="0"/>
              </a:spcAft>
              <a:buClr>
                <a:srgbClr val="888888"/>
              </a:buClr>
              <a:buSzPts val="1600"/>
              <a:buNone/>
              <a:defRPr sz="800">
                <a:solidFill>
                  <a:srgbClr val="888888"/>
                </a:solidFill>
              </a:defRPr>
            </a:lvl3pPr>
            <a:lvl4pPr marL="914446" lvl="3" indent="-114306" algn="l">
              <a:spcBef>
                <a:spcPts val="140"/>
              </a:spcBef>
              <a:spcAft>
                <a:spcPts val="0"/>
              </a:spcAft>
              <a:buClr>
                <a:srgbClr val="888888"/>
              </a:buClr>
              <a:buSzPts val="1400"/>
              <a:buNone/>
              <a:defRPr sz="700">
                <a:solidFill>
                  <a:srgbClr val="888888"/>
                </a:solidFill>
              </a:defRPr>
            </a:lvl4pPr>
            <a:lvl5pPr marL="1143057" lvl="4" indent="-114306" algn="l">
              <a:spcBef>
                <a:spcPts val="140"/>
              </a:spcBef>
              <a:spcAft>
                <a:spcPts val="0"/>
              </a:spcAft>
              <a:buClr>
                <a:srgbClr val="888888"/>
              </a:buClr>
              <a:buSzPts val="1400"/>
              <a:buNone/>
              <a:defRPr sz="700">
                <a:solidFill>
                  <a:srgbClr val="888888"/>
                </a:solidFill>
              </a:defRPr>
            </a:lvl5pPr>
            <a:lvl6pPr marL="1371668" lvl="5" indent="-114306" algn="l">
              <a:spcBef>
                <a:spcPts val="140"/>
              </a:spcBef>
              <a:spcAft>
                <a:spcPts val="0"/>
              </a:spcAft>
              <a:buClr>
                <a:srgbClr val="888888"/>
              </a:buClr>
              <a:buSzPts val="1400"/>
              <a:buNone/>
              <a:defRPr sz="700">
                <a:solidFill>
                  <a:srgbClr val="888888"/>
                </a:solidFill>
              </a:defRPr>
            </a:lvl6pPr>
            <a:lvl7pPr marL="1600280" lvl="6" indent="-114306" algn="l">
              <a:spcBef>
                <a:spcPts val="140"/>
              </a:spcBef>
              <a:spcAft>
                <a:spcPts val="0"/>
              </a:spcAft>
              <a:buClr>
                <a:srgbClr val="888888"/>
              </a:buClr>
              <a:buSzPts val="1400"/>
              <a:buNone/>
              <a:defRPr sz="700">
                <a:solidFill>
                  <a:srgbClr val="888888"/>
                </a:solidFill>
              </a:defRPr>
            </a:lvl7pPr>
            <a:lvl8pPr marL="1828892" lvl="7" indent="-114306" algn="l">
              <a:spcBef>
                <a:spcPts val="140"/>
              </a:spcBef>
              <a:spcAft>
                <a:spcPts val="0"/>
              </a:spcAft>
              <a:buClr>
                <a:srgbClr val="888888"/>
              </a:buClr>
              <a:buSzPts val="1400"/>
              <a:buNone/>
              <a:defRPr sz="700">
                <a:solidFill>
                  <a:srgbClr val="888888"/>
                </a:solidFill>
              </a:defRPr>
            </a:lvl8pPr>
            <a:lvl9pPr marL="2057503" lvl="8" indent="-114306" algn="l">
              <a:spcBef>
                <a:spcPts val="140"/>
              </a:spcBef>
              <a:spcAft>
                <a:spcPts val="0"/>
              </a:spcAft>
              <a:buClr>
                <a:srgbClr val="888888"/>
              </a:buClr>
              <a:buSzPts val="1400"/>
              <a:buNone/>
              <a:defRPr sz="700">
                <a:solidFill>
                  <a:srgbClr val="888888"/>
                </a:solidFill>
              </a:defRPr>
            </a:lvl9pPr>
          </a:lstStyle>
          <a:p>
            <a:endParaRPr/>
          </a:p>
        </p:txBody>
      </p:sp>
      <p:sp>
        <p:nvSpPr>
          <p:cNvPr id="30" name="Google Shape;30;p5"/>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829352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8600" y="1066801"/>
            <a:ext cx="2019300" cy="3017309"/>
          </a:xfrm>
          <a:prstGeom prst="rect">
            <a:avLst/>
          </a:prstGeom>
          <a:noFill/>
          <a:ln>
            <a:noFill/>
          </a:ln>
        </p:spPr>
        <p:txBody>
          <a:bodyPr spcFirstLastPara="1" wrap="square" lIns="91425" tIns="45700" rIns="91425" bIns="45700" anchor="t" anchorCtr="0">
            <a:normAutofit/>
          </a:bodyPr>
          <a:lstStyle>
            <a:lvl1pPr marL="228611" lvl="0" indent="-203210" algn="l">
              <a:spcBef>
                <a:spcPts val="280"/>
              </a:spcBef>
              <a:spcAft>
                <a:spcPts val="0"/>
              </a:spcAft>
              <a:buClr>
                <a:schemeClr val="dk1"/>
              </a:buClr>
              <a:buSzPts val="2800"/>
              <a:buChar char="•"/>
              <a:defRPr sz="1400"/>
            </a:lvl1pPr>
            <a:lvl2pPr marL="457223" lvl="1" indent="-190510" algn="l">
              <a:spcBef>
                <a:spcPts val="240"/>
              </a:spcBef>
              <a:spcAft>
                <a:spcPts val="0"/>
              </a:spcAft>
              <a:buClr>
                <a:schemeClr val="dk1"/>
              </a:buClr>
              <a:buSzPts val="2400"/>
              <a:buChar char="–"/>
              <a:defRPr sz="1200"/>
            </a:lvl2pPr>
            <a:lvl3pPr marL="685835" lvl="2" indent="-177809" algn="l">
              <a:spcBef>
                <a:spcPts val="200"/>
              </a:spcBef>
              <a:spcAft>
                <a:spcPts val="0"/>
              </a:spcAft>
              <a:buClr>
                <a:schemeClr val="dk1"/>
              </a:buClr>
              <a:buSzPts val="2000"/>
              <a:buChar char="•"/>
              <a:defRPr sz="1000"/>
            </a:lvl3pPr>
            <a:lvl4pPr marL="914446" lvl="3" indent="-171458" algn="l">
              <a:spcBef>
                <a:spcPts val="180"/>
              </a:spcBef>
              <a:spcAft>
                <a:spcPts val="0"/>
              </a:spcAft>
              <a:buClr>
                <a:schemeClr val="dk1"/>
              </a:buClr>
              <a:buSzPts val="1800"/>
              <a:buChar char="–"/>
              <a:defRPr sz="900"/>
            </a:lvl4pPr>
            <a:lvl5pPr marL="1143057" lvl="4" indent="-171458" algn="l">
              <a:spcBef>
                <a:spcPts val="180"/>
              </a:spcBef>
              <a:spcAft>
                <a:spcPts val="0"/>
              </a:spcAft>
              <a:buClr>
                <a:schemeClr val="dk1"/>
              </a:buClr>
              <a:buSzPts val="1800"/>
              <a:buChar char="»"/>
              <a:defRPr sz="900"/>
            </a:lvl5pPr>
            <a:lvl6pPr marL="1371668" lvl="5" indent="-171458" algn="l">
              <a:spcBef>
                <a:spcPts val="180"/>
              </a:spcBef>
              <a:spcAft>
                <a:spcPts val="0"/>
              </a:spcAft>
              <a:buClr>
                <a:schemeClr val="dk1"/>
              </a:buClr>
              <a:buSzPts val="1800"/>
              <a:buChar char="•"/>
              <a:defRPr sz="900"/>
            </a:lvl6pPr>
            <a:lvl7pPr marL="1600280" lvl="6" indent="-171458" algn="l">
              <a:spcBef>
                <a:spcPts val="180"/>
              </a:spcBef>
              <a:spcAft>
                <a:spcPts val="0"/>
              </a:spcAft>
              <a:buClr>
                <a:schemeClr val="dk1"/>
              </a:buClr>
              <a:buSzPts val="1800"/>
              <a:buChar char="•"/>
              <a:defRPr sz="900"/>
            </a:lvl7pPr>
            <a:lvl8pPr marL="1828892" lvl="7" indent="-171458" algn="l">
              <a:spcBef>
                <a:spcPts val="180"/>
              </a:spcBef>
              <a:spcAft>
                <a:spcPts val="0"/>
              </a:spcAft>
              <a:buClr>
                <a:schemeClr val="dk1"/>
              </a:buClr>
              <a:buSzPts val="1800"/>
              <a:buChar char="•"/>
              <a:defRPr sz="900"/>
            </a:lvl8pPr>
            <a:lvl9pPr marL="2057503" lvl="8" indent="-171458" algn="l">
              <a:spcBef>
                <a:spcPts val="180"/>
              </a:spcBef>
              <a:spcAft>
                <a:spcPts val="0"/>
              </a:spcAft>
              <a:buClr>
                <a:schemeClr val="dk1"/>
              </a:buClr>
              <a:buSzPts val="1800"/>
              <a:buChar char="•"/>
              <a:defRPr sz="900"/>
            </a:lvl9pPr>
          </a:lstStyle>
          <a:p>
            <a:endParaRPr/>
          </a:p>
        </p:txBody>
      </p:sp>
      <p:sp>
        <p:nvSpPr>
          <p:cNvPr id="36" name="Google Shape;36;p6"/>
          <p:cNvSpPr txBox="1">
            <a:spLocks noGrp="1"/>
          </p:cNvSpPr>
          <p:nvPr>
            <p:ph type="body" idx="2"/>
          </p:nvPr>
        </p:nvSpPr>
        <p:spPr>
          <a:xfrm>
            <a:off x="2324100" y="1066801"/>
            <a:ext cx="2019300" cy="3017309"/>
          </a:xfrm>
          <a:prstGeom prst="rect">
            <a:avLst/>
          </a:prstGeom>
          <a:noFill/>
          <a:ln>
            <a:noFill/>
          </a:ln>
        </p:spPr>
        <p:txBody>
          <a:bodyPr spcFirstLastPara="1" wrap="square" lIns="91425" tIns="45700" rIns="91425" bIns="45700" anchor="t" anchorCtr="0">
            <a:normAutofit/>
          </a:bodyPr>
          <a:lstStyle>
            <a:lvl1pPr marL="228611" lvl="0" indent="-203210" algn="l">
              <a:spcBef>
                <a:spcPts val="280"/>
              </a:spcBef>
              <a:spcAft>
                <a:spcPts val="0"/>
              </a:spcAft>
              <a:buClr>
                <a:schemeClr val="dk1"/>
              </a:buClr>
              <a:buSzPts val="2800"/>
              <a:buChar char="•"/>
              <a:defRPr sz="1400"/>
            </a:lvl1pPr>
            <a:lvl2pPr marL="457223" lvl="1" indent="-190510" algn="l">
              <a:spcBef>
                <a:spcPts val="240"/>
              </a:spcBef>
              <a:spcAft>
                <a:spcPts val="0"/>
              </a:spcAft>
              <a:buClr>
                <a:schemeClr val="dk1"/>
              </a:buClr>
              <a:buSzPts val="2400"/>
              <a:buChar char="–"/>
              <a:defRPr sz="1200"/>
            </a:lvl2pPr>
            <a:lvl3pPr marL="685835" lvl="2" indent="-177809" algn="l">
              <a:spcBef>
                <a:spcPts val="200"/>
              </a:spcBef>
              <a:spcAft>
                <a:spcPts val="0"/>
              </a:spcAft>
              <a:buClr>
                <a:schemeClr val="dk1"/>
              </a:buClr>
              <a:buSzPts val="2000"/>
              <a:buChar char="•"/>
              <a:defRPr sz="1000"/>
            </a:lvl3pPr>
            <a:lvl4pPr marL="914446" lvl="3" indent="-171458" algn="l">
              <a:spcBef>
                <a:spcPts val="180"/>
              </a:spcBef>
              <a:spcAft>
                <a:spcPts val="0"/>
              </a:spcAft>
              <a:buClr>
                <a:schemeClr val="dk1"/>
              </a:buClr>
              <a:buSzPts val="1800"/>
              <a:buChar char="–"/>
              <a:defRPr sz="900"/>
            </a:lvl4pPr>
            <a:lvl5pPr marL="1143057" lvl="4" indent="-171458" algn="l">
              <a:spcBef>
                <a:spcPts val="180"/>
              </a:spcBef>
              <a:spcAft>
                <a:spcPts val="0"/>
              </a:spcAft>
              <a:buClr>
                <a:schemeClr val="dk1"/>
              </a:buClr>
              <a:buSzPts val="1800"/>
              <a:buChar char="»"/>
              <a:defRPr sz="900"/>
            </a:lvl5pPr>
            <a:lvl6pPr marL="1371668" lvl="5" indent="-171458" algn="l">
              <a:spcBef>
                <a:spcPts val="180"/>
              </a:spcBef>
              <a:spcAft>
                <a:spcPts val="0"/>
              </a:spcAft>
              <a:buClr>
                <a:schemeClr val="dk1"/>
              </a:buClr>
              <a:buSzPts val="1800"/>
              <a:buChar char="•"/>
              <a:defRPr sz="900"/>
            </a:lvl6pPr>
            <a:lvl7pPr marL="1600280" lvl="6" indent="-171458" algn="l">
              <a:spcBef>
                <a:spcPts val="180"/>
              </a:spcBef>
              <a:spcAft>
                <a:spcPts val="0"/>
              </a:spcAft>
              <a:buClr>
                <a:schemeClr val="dk1"/>
              </a:buClr>
              <a:buSzPts val="1800"/>
              <a:buChar char="•"/>
              <a:defRPr sz="900"/>
            </a:lvl7pPr>
            <a:lvl8pPr marL="1828892" lvl="7" indent="-171458" algn="l">
              <a:spcBef>
                <a:spcPts val="180"/>
              </a:spcBef>
              <a:spcAft>
                <a:spcPts val="0"/>
              </a:spcAft>
              <a:buClr>
                <a:schemeClr val="dk1"/>
              </a:buClr>
              <a:buSzPts val="1800"/>
              <a:buChar char="•"/>
              <a:defRPr sz="900"/>
            </a:lvl8pPr>
            <a:lvl9pPr marL="2057503" lvl="8" indent="-171458" algn="l">
              <a:spcBef>
                <a:spcPts val="180"/>
              </a:spcBef>
              <a:spcAft>
                <a:spcPts val="0"/>
              </a:spcAft>
              <a:buClr>
                <a:schemeClr val="dk1"/>
              </a:buClr>
              <a:buSzPts val="1800"/>
              <a:buChar char="•"/>
              <a:defRPr sz="900"/>
            </a:lvl9pPr>
          </a:lstStyle>
          <a:p>
            <a:endParaRPr/>
          </a:p>
        </p:txBody>
      </p:sp>
      <p:sp>
        <p:nvSpPr>
          <p:cNvPr id="37" name="Google Shape;37;p6"/>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6851099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8601" y="1023409"/>
            <a:ext cx="2020094" cy="426508"/>
          </a:xfrm>
          <a:prstGeom prst="rect">
            <a:avLst/>
          </a:prstGeom>
          <a:noFill/>
          <a:ln>
            <a:noFill/>
          </a:ln>
        </p:spPr>
        <p:txBody>
          <a:bodyPr spcFirstLastPara="1" wrap="square" lIns="91425" tIns="45700" rIns="91425" bIns="45700" anchor="b" anchorCtr="0">
            <a:normAutofit/>
          </a:bodyPr>
          <a:lstStyle>
            <a:lvl1pPr marL="228611" lvl="0" indent="-114306" algn="l">
              <a:spcBef>
                <a:spcPts val="240"/>
              </a:spcBef>
              <a:spcAft>
                <a:spcPts val="0"/>
              </a:spcAft>
              <a:buClr>
                <a:schemeClr val="dk1"/>
              </a:buClr>
              <a:buSzPts val="2400"/>
              <a:buNone/>
              <a:defRPr sz="1200" b="1"/>
            </a:lvl1pPr>
            <a:lvl2pPr marL="457223" lvl="1" indent="-114306" algn="l">
              <a:spcBef>
                <a:spcPts val="200"/>
              </a:spcBef>
              <a:spcAft>
                <a:spcPts val="0"/>
              </a:spcAft>
              <a:buClr>
                <a:schemeClr val="dk1"/>
              </a:buClr>
              <a:buSzPts val="2000"/>
              <a:buNone/>
              <a:defRPr sz="1000" b="1"/>
            </a:lvl2pPr>
            <a:lvl3pPr marL="685835" lvl="2" indent="-114306" algn="l">
              <a:spcBef>
                <a:spcPts val="180"/>
              </a:spcBef>
              <a:spcAft>
                <a:spcPts val="0"/>
              </a:spcAft>
              <a:buClr>
                <a:schemeClr val="dk1"/>
              </a:buClr>
              <a:buSzPts val="1800"/>
              <a:buNone/>
              <a:defRPr sz="900" b="1"/>
            </a:lvl3pPr>
            <a:lvl4pPr marL="914446" lvl="3" indent="-114306" algn="l">
              <a:spcBef>
                <a:spcPts val="160"/>
              </a:spcBef>
              <a:spcAft>
                <a:spcPts val="0"/>
              </a:spcAft>
              <a:buClr>
                <a:schemeClr val="dk1"/>
              </a:buClr>
              <a:buSzPts val="1600"/>
              <a:buNone/>
              <a:defRPr sz="800" b="1"/>
            </a:lvl4pPr>
            <a:lvl5pPr marL="1143057" lvl="4" indent="-114306" algn="l">
              <a:spcBef>
                <a:spcPts val="160"/>
              </a:spcBef>
              <a:spcAft>
                <a:spcPts val="0"/>
              </a:spcAft>
              <a:buClr>
                <a:schemeClr val="dk1"/>
              </a:buClr>
              <a:buSzPts val="1600"/>
              <a:buNone/>
              <a:defRPr sz="800" b="1"/>
            </a:lvl5pPr>
            <a:lvl6pPr marL="1371668" lvl="5" indent="-114306" algn="l">
              <a:spcBef>
                <a:spcPts val="160"/>
              </a:spcBef>
              <a:spcAft>
                <a:spcPts val="0"/>
              </a:spcAft>
              <a:buClr>
                <a:schemeClr val="dk1"/>
              </a:buClr>
              <a:buSzPts val="1600"/>
              <a:buNone/>
              <a:defRPr sz="800" b="1"/>
            </a:lvl6pPr>
            <a:lvl7pPr marL="1600280" lvl="6" indent="-114306" algn="l">
              <a:spcBef>
                <a:spcPts val="160"/>
              </a:spcBef>
              <a:spcAft>
                <a:spcPts val="0"/>
              </a:spcAft>
              <a:buClr>
                <a:schemeClr val="dk1"/>
              </a:buClr>
              <a:buSzPts val="1600"/>
              <a:buNone/>
              <a:defRPr sz="800" b="1"/>
            </a:lvl7pPr>
            <a:lvl8pPr marL="1828892" lvl="7" indent="-114306" algn="l">
              <a:spcBef>
                <a:spcPts val="160"/>
              </a:spcBef>
              <a:spcAft>
                <a:spcPts val="0"/>
              </a:spcAft>
              <a:buClr>
                <a:schemeClr val="dk1"/>
              </a:buClr>
              <a:buSzPts val="1600"/>
              <a:buNone/>
              <a:defRPr sz="800" b="1"/>
            </a:lvl8pPr>
            <a:lvl9pPr marL="2057503" lvl="8" indent="-114306" algn="l">
              <a:spcBef>
                <a:spcPts val="160"/>
              </a:spcBef>
              <a:spcAft>
                <a:spcPts val="0"/>
              </a:spcAft>
              <a:buClr>
                <a:schemeClr val="dk1"/>
              </a:buClr>
              <a:buSzPts val="1600"/>
              <a:buNone/>
              <a:defRPr sz="800" b="1"/>
            </a:lvl9pPr>
          </a:lstStyle>
          <a:p>
            <a:endParaRPr/>
          </a:p>
        </p:txBody>
      </p:sp>
      <p:sp>
        <p:nvSpPr>
          <p:cNvPr id="43" name="Google Shape;43;p7"/>
          <p:cNvSpPr txBox="1">
            <a:spLocks noGrp="1"/>
          </p:cNvSpPr>
          <p:nvPr>
            <p:ph type="body" idx="2"/>
          </p:nvPr>
        </p:nvSpPr>
        <p:spPr>
          <a:xfrm>
            <a:off x="228601" y="1449917"/>
            <a:ext cx="2020094" cy="2634192"/>
          </a:xfrm>
          <a:prstGeom prst="rect">
            <a:avLst/>
          </a:prstGeom>
          <a:noFill/>
          <a:ln>
            <a:noFill/>
          </a:ln>
        </p:spPr>
        <p:txBody>
          <a:bodyPr spcFirstLastPara="1" wrap="square" lIns="91425" tIns="45700" rIns="91425" bIns="45700" anchor="t" anchorCtr="0">
            <a:normAutofit/>
          </a:bodyPr>
          <a:lstStyle>
            <a:lvl1pPr marL="228611" lvl="0" indent="-190510" algn="l">
              <a:spcBef>
                <a:spcPts val="240"/>
              </a:spcBef>
              <a:spcAft>
                <a:spcPts val="0"/>
              </a:spcAft>
              <a:buClr>
                <a:schemeClr val="dk1"/>
              </a:buClr>
              <a:buSzPts val="2400"/>
              <a:buChar char="•"/>
              <a:defRPr sz="1200"/>
            </a:lvl1pPr>
            <a:lvl2pPr marL="457223" lvl="1" indent="-177809" algn="l">
              <a:spcBef>
                <a:spcPts val="200"/>
              </a:spcBef>
              <a:spcAft>
                <a:spcPts val="0"/>
              </a:spcAft>
              <a:buClr>
                <a:schemeClr val="dk1"/>
              </a:buClr>
              <a:buSzPts val="2000"/>
              <a:buChar char="–"/>
              <a:defRPr sz="1000"/>
            </a:lvl2pPr>
            <a:lvl3pPr marL="685835" lvl="2" indent="-171458" algn="l">
              <a:spcBef>
                <a:spcPts val="180"/>
              </a:spcBef>
              <a:spcAft>
                <a:spcPts val="0"/>
              </a:spcAft>
              <a:buClr>
                <a:schemeClr val="dk1"/>
              </a:buClr>
              <a:buSzPts val="1800"/>
              <a:buChar char="•"/>
              <a:defRPr sz="900"/>
            </a:lvl3pPr>
            <a:lvl4pPr marL="914446" lvl="3" indent="-165108" algn="l">
              <a:spcBef>
                <a:spcPts val="160"/>
              </a:spcBef>
              <a:spcAft>
                <a:spcPts val="0"/>
              </a:spcAft>
              <a:buClr>
                <a:schemeClr val="dk1"/>
              </a:buClr>
              <a:buSzPts val="1600"/>
              <a:buChar char="–"/>
              <a:defRPr sz="800"/>
            </a:lvl4pPr>
            <a:lvl5pPr marL="1143057" lvl="4" indent="-165108" algn="l">
              <a:spcBef>
                <a:spcPts val="160"/>
              </a:spcBef>
              <a:spcAft>
                <a:spcPts val="0"/>
              </a:spcAft>
              <a:buClr>
                <a:schemeClr val="dk1"/>
              </a:buClr>
              <a:buSzPts val="1600"/>
              <a:buChar char="»"/>
              <a:defRPr sz="800"/>
            </a:lvl5pPr>
            <a:lvl6pPr marL="1371668" lvl="5" indent="-165108" algn="l">
              <a:spcBef>
                <a:spcPts val="160"/>
              </a:spcBef>
              <a:spcAft>
                <a:spcPts val="0"/>
              </a:spcAft>
              <a:buClr>
                <a:schemeClr val="dk1"/>
              </a:buClr>
              <a:buSzPts val="1600"/>
              <a:buChar char="•"/>
              <a:defRPr sz="800"/>
            </a:lvl6pPr>
            <a:lvl7pPr marL="1600280" lvl="6" indent="-165108" algn="l">
              <a:spcBef>
                <a:spcPts val="160"/>
              </a:spcBef>
              <a:spcAft>
                <a:spcPts val="0"/>
              </a:spcAft>
              <a:buClr>
                <a:schemeClr val="dk1"/>
              </a:buClr>
              <a:buSzPts val="1600"/>
              <a:buChar char="•"/>
              <a:defRPr sz="800"/>
            </a:lvl7pPr>
            <a:lvl8pPr marL="1828892" lvl="7" indent="-165108" algn="l">
              <a:spcBef>
                <a:spcPts val="160"/>
              </a:spcBef>
              <a:spcAft>
                <a:spcPts val="0"/>
              </a:spcAft>
              <a:buClr>
                <a:schemeClr val="dk1"/>
              </a:buClr>
              <a:buSzPts val="1600"/>
              <a:buChar char="•"/>
              <a:defRPr sz="800"/>
            </a:lvl8pPr>
            <a:lvl9pPr marL="2057503" lvl="8" indent="-165108" algn="l">
              <a:spcBef>
                <a:spcPts val="160"/>
              </a:spcBef>
              <a:spcAft>
                <a:spcPts val="0"/>
              </a:spcAft>
              <a:buClr>
                <a:schemeClr val="dk1"/>
              </a:buClr>
              <a:buSzPts val="1600"/>
              <a:buChar char="•"/>
              <a:defRPr sz="800"/>
            </a:lvl9pPr>
          </a:lstStyle>
          <a:p>
            <a:endParaRPr/>
          </a:p>
        </p:txBody>
      </p:sp>
      <p:sp>
        <p:nvSpPr>
          <p:cNvPr id="44" name="Google Shape;44;p7"/>
          <p:cNvSpPr txBox="1">
            <a:spLocks noGrp="1"/>
          </p:cNvSpPr>
          <p:nvPr>
            <p:ph type="body" idx="3"/>
          </p:nvPr>
        </p:nvSpPr>
        <p:spPr>
          <a:xfrm>
            <a:off x="2322513" y="1023409"/>
            <a:ext cx="2020888" cy="426508"/>
          </a:xfrm>
          <a:prstGeom prst="rect">
            <a:avLst/>
          </a:prstGeom>
          <a:noFill/>
          <a:ln>
            <a:noFill/>
          </a:ln>
        </p:spPr>
        <p:txBody>
          <a:bodyPr spcFirstLastPara="1" wrap="square" lIns="91425" tIns="45700" rIns="91425" bIns="45700" anchor="b" anchorCtr="0">
            <a:normAutofit/>
          </a:bodyPr>
          <a:lstStyle>
            <a:lvl1pPr marL="228611" lvl="0" indent="-114306" algn="l">
              <a:spcBef>
                <a:spcPts val="240"/>
              </a:spcBef>
              <a:spcAft>
                <a:spcPts val="0"/>
              </a:spcAft>
              <a:buClr>
                <a:schemeClr val="dk1"/>
              </a:buClr>
              <a:buSzPts val="2400"/>
              <a:buNone/>
              <a:defRPr sz="1200" b="1"/>
            </a:lvl1pPr>
            <a:lvl2pPr marL="457223" lvl="1" indent="-114306" algn="l">
              <a:spcBef>
                <a:spcPts val="200"/>
              </a:spcBef>
              <a:spcAft>
                <a:spcPts val="0"/>
              </a:spcAft>
              <a:buClr>
                <a:schemeClr val="dk1"/>
              </a:buClr>
              <a:buSzPts val="2000"/>
              <a:buNone/>
              <a:defRPr sz="1000" b="1"/>
            </a:lvl2pPr>
            <a:lvl3pPr marL="685835" lvl="2" indent="-114306" algn="l">
              <a:spcBef>
                <a:spcPts val="180"/>
              </a:spcBef>
              <a:spcAft>
                <a:spcPts val="0"/>
              </a:spcAft>
              <a:buClr>
                <a:schemeClr val="dk1"/>
              </a:buClr>
              <a:buSzPts val="1800"/>
              <a:buNone/>
              <a:defRPr sz="900" b="1"/>
            </a:lvl3pPr>
            <a:lvl4pPr marL="914446" lvl="3" indent="-114306" algn="l">
              <a:spcBef>
                <a:spcPts val="160"/>
              </a:spcBef>
              <a:spcAft>
                <a:spcPts val="0"/>
              </a:spcAft>
              <a:buClr>
                <a:schemeClr val="dk1"/>
              </a:buClr>
              <a:buSzPts val="1600"/>
              <a:buNone/>
              <a:defRPr sz="800" b="1"/>
            </a:lvl4pPr>
            <a:lvl5pPr marL="1143057" lvl="4" indent="-114306" algn="l">
              <a:spcBef>
                <a:spcPts val="160"/>
              </a:spcBef>
              <a:spcAft>
                <a:spcPts val="0"/>
              </a:spcAft>
              <a:buClr>
                <a:schemeClr val="dk1"/>
              </a:buClr>
              <a:buSzPts val="1600"/>
              <a:buNone/>
              <a:defRPr sz="800" b="1"/>
            </a:lvl5pPr>
            <a:lvl6pPr marL="1371668" lvl="5" indent="-114306" algn="l">
              <a:spcBef>
                <a:spcPts val="160"/>
              </a:spcBef>
              <a:spcAft>
                <a:spcPts val="0"/>
              </a:spcAft>
              <a:buClr>
                <a:schemeClr val="dk1"/>
              </a:buClr>
              <a:buSzPts val="1600"/>
              <a:buNone/>
              <a:defRPr sz="800" b="1"/>
            </a:lvl6pPr>
            <a:lvl7pPr marL="1600280" lvl="6" indent="-114306" algn="l">
              <a:spcBef>
                <a:spcPts val="160"/>
              </a:spcBef>
              <a:spcAft>
                <a:spcPts val="0"/>
              </a:spcAft>
              <a:buClr>
                <a:schemeClr val="dk1"/>
              </a:buClr>
              <a:buSzPts val="1600"/>
              <a:buNone/>
              <a:defRPr sz="800" b="1"/>
            </a:lvl7pPr>
            <a:lvl8pPr marL="1828892" lvl="7" indent="-114306" algn="l">
              <a:spcBef>
                <a:spcPts val="160"/>
              </a:spcBef>
              <a:spcAft>
                <a:spcPts val="0"/>
              </a:spcAft>
              <a:buClr>
                <a:schemeClr val="dk1"/>
              </a:buClr>
              <a:buSzPts val="1600"/>
              <a:buNone/>
              <a:defRPr sz="800" b="1"/>
            </a:lvl8pPr>
            <a:lvl9pPr marL="2057503" lvl="8" indent="-114306" algn="l">
              <a:spcBef>
                <a:spcPts val="160"/>
              </a:spcBef>
              <a:spcAft>
                <a:spcPts val="0"/>
              </a:spcAft>
              <a:buClr>
                <a:schemeClr val="dk1"/>
              </a:buClr>
              <a:buSzPts val="1600"/>
              <a:buNone/>
              <a:defRPr sz="800" b="1"/>
            </a:lvl9pPr>
          </a:lstStyle>
          <a:p>
            <a:endParaRPr/>
          </a:p>
        </p:txBody>
      </p:sp>
      <p:sp>
        <p:nvSpPr>
          <p:cNvPr id="45" name="Google Shape;45;p7"/>
          <p:cNvSpPr txBox="1">
            <a:spLocks noGrp="1"/>
          </p:cNvSpPr>
          <p:nvPr>
            <p:ph type="body" idx="4"/>
          </p:nvPr>
        </p:nvSpPr>
        <p:spPr>
          <a:xfrm>
            <a:off x="2322513" y="1449917"/>
            <a:ext cx="2020888" cy="2634192"/>
          </a:xfrm>
          <a:prstGeom prst="rect">
            <a:avLst/>
          </a:prstGeom>
          <a:noFill/>
          <a:ln>
            <a:noFill/>
          </a:ln>
        </p:spPr>
        <p:txBody>
          <a:bodyPr spcFirstLastPara="1" wrap="square" lIns="91425" tIns="45700" rIns="91425" bIns="45700" anchor="t" anchorCtr="0">
            <a:normAutofit/>
          </a:bodyPr>
          <a:lstStyle>
            <a:lvl1pPr marL="228611" lvl="0" indent="-190510" algn="l">
              <a:spcBef>
                <a:spcPts val="240"/>
              </a:spcBef>
              <a:spcAft>
                <a:spcPts val="0"/>
              </a:spcAft>
              <a:buClr>
                <a:schemeClr val="dk1"/>
              </a:buClr>
              <a:buSzPts val="2400"/>
              <a:buChar char="•"/>
              <a:defRPr sz="1200"/>
            </a:lvl1pPr>
            <a:lvl2pPr marL="457223" lvl="1" indent="-177809" algn="l">
              <a:spcBef>
                <a:spcPts val="200"/>
              </a:spcBef>
              <a:spcAft>
                <a:spcPts val="0"/>
              </a:spcAft>
              <a:buClr>
                <a:schemeClr val="dk1"/>
              </a:buClr>
              <a:buSzPts val="2000"/>
              <a:buChar char="–"/>
              <a:defRPr sz="1000"/>
            </a:lvl2pPr>
            <a:lvl3pPr marL="685835" lvl="2" indent="-171458" algn="l">
              <a:spcBef>
                <a:spcPts val="180"/>
              </a:spcBef>
              <a:spcAft>
                <a:spcPts val="0"/>
              </a:spcAft>
              <a:buClr>
                <a:schemeClr val="dk1"/>
              </a:buClr>
              <a:buSzPts val="1800"/>
              <a:buChar char="•"/>
              <a:defRPr sz="900"/>
            </a:lvl3pPr>
            <a:lvl4pPr marL="914446" lvl="3" indent="-165108" algn="l">
              <a:spcBef>
                <a:spcPts val="160"/>
              </a:spcBef>
              <a:spcAft>
                <a:spcPts val="0"/>
              </a:spcAft>
              <a:buClr>
                <a:schemeClr val="dk1"/>
              </a:buClr>
              <a:buSzPts val="1600"/>
              <a:buChar char="–"/>
              <a:defRPr sz="800"/>
            </a:lvl4pPr>
            <a:lvl5pPr marL="1143057" lvl="4" indent="-165108" algn="l">
              <a:spcBef>
                <a:spcPts val="160"/>
              </a:spcBef>
              <a:spcAft>
                <a:spcPts val="0"/>
              </a:spcAft>
              <a:buClr>
                <a:schemeClr val="dk1"/>
              </a:buClr>
              <a:buSzPts val="1600"/>
              <a:buChar char="»"/>
              <a:defRPr sz="800"/>
            </a:lvl5pPr>
            <a:lvl6pPr marL="1371668" lvl="5" indent="-165108" algn="l">
              <a:spcBef>
                <a:spcPts val="160"/>
              </a:spcBef>
              <a:spcAft>
                <a:spcPts val="0"/>
              </a:spcAft>
              <a:buClr>
                <a:schemeClr val="dk1"/>
              </a:buClr>
              <a:buSzPts val="1600"/>
              <a:buChar char="•"/>
              <a:defRPr sz="800"/>
            </a:lvl6pPr>
            <a:lvl7pPr marL="1600280" lvl="6" indent="-165108" algn="l">
              <a:spcBef>
                <a:spcPts val="160"/>
              </a:spcBef>
              <a:spcAft>
                <a:spcPts val="0"/>
              </a:spcAft>
              <a:buClr>
                <a:schemeClr val="dk1"/>
              </a:buClr>
              <a:buSzPts val="1600"/>
              <a:buChar char="•"/>
              <a:defRPr sz="800"/>
            </a:lvl7pPr>
            <a:lvl8pPr marL="1828892" lvl="7" indent="-165108" algn="l">
              <a:spcBef>
                <a:spcPts val="160"/>
              </a:spcBef>
              <a:spcAft>
                <a:spcPts val="0"/>
              </a:spcAft>
              <a:buClr>
                <a:schemeClr val="dk1"/>
              </a:buClr>
              <a:buSzPts val="1600"/>
              <a:buChar char="•"/>
              <a:defRPr sz="800"/>
            </a:lvl8pPr>
            <a:lvl9pPr marL="2057503" lvl="8" indent="-165108" algn="l">
              <a:spcBef>
                <a:spcPts val="160"/>
              </a:spcBef>
              <a:spcAft>
                <a:spcPts val="0"/>
              </a:spcAft>
              <a:buClr>
                <a:schemeClr val="dk1"/>
              </a:buClr>
              <a:buSzPts val="1600"/>
              <a:buChar char="•"/>
              <a:defRPr sz="800"/>
            </a:lvl9pPr>
          </a:lstStyle>
          <a:p>
            <a:endParaRPr/>
          </a:p>
        </p:txBody>
      </p:sp>
      <p:sp>
        <p:nvSpPr>
          <p:cNvPr id="46" name="Google Shape;46;p7"/>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229155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501607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228600" y="182033"/>
            <a:ext cx="1504157" cy="774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1787526" y="182035"/>
            <a:ext cx="2555875" cy="3902075"/>
          </a:xfrm>
          <a:prstGeom prst="rect">
            <a:avLst/>
          </a:prstGeom>
          <a:noFill/>
          <a:ln>
            <a:noFill/>
          </a:ln>
        </p:spPr>
        <p:txBody>
          <a:bodyPr spcFirstLastPara="1" wrap="square" lIns="91425" tIns="45700" rIns="91425" bIns="45700" anchor="t" anchorCtr="0">
            <a:normAutofit/>
          </a:bodyPr>
          <a:lstStyle>
            <a:lvl1pPr marL="228611" lvl="0" indent="-215911" algn="l">
              <a:spcBef>
                <a:spcPts val="320"/>
              </a:spcBef>
              <a:spcAft>
                <a:spcPts val="0"/>
              </a:spcAft>
              <a:buClr>
                <a:schemeClr val="dk1"/>
              </a:buClr>
              <a:buSzPts val="3200"/>
              <a:buChar char="•"/>
              <a:defRPr sz="1600"/>
            </a:lvl1pPr>
            <a:lvl2pPr marL="457223" lvl="1" indent="-203210" algn="l">
              <a:spcBef>
                <a:spcPts val="280"/>
              </a:spcBef>
              <a:spcAft>
                <a:spcPts val="0"/>
              </a:spcAft>
              <a:buClr>
                <a:schemeClr val="dk1"/>
              </a:buClr>
              <a:buSzPts val="2800"/>
              <a:buChar char="–"/>
              <a:defRPr sz="1400"/>
            </a:lvl2pPr>
            <a:lvl3pPr marL="685835" lvl="2" indent="-190510" algn="l">
              <a:spcBef>
                <a:spcPts val="240"/>
              </a:spcBef>
              <a:spcAft>
                <a:spcPts val="0"/>
              </a:spcAft>
              <a:buClr>
                <a:schemeClr val="dk1"/>
              </a:buClr>
              <a:buSzPts val="2400"/>
              <a:buChar char="•"/>
              <a:defRPr sz="1200"/>
            </a:lvl3pPr>
            <a:lvl4pPr marL="914446" lvl="3" indent="-177809" algn="l">
              <a:spcBef>
                <a:spcPts val="200"/>
              </a:spcBef>
              <a:spcAft>
                <a:spcPts val="0"/>
              </a:spcAft>
              <a:buClr>
                <a:schemeClr val="dk1"/>
              </a:buClr>
              <a:buSzPts val="2000"/>
              <a:buChar char="–"/>
              <a:defRPr sz="1000"/>
            </a:lvl4pPr>
            <a:lvl5pPr marL="1143057" lvl="4" indent="-177809" algn="l">
              <a:spcBef>
                <a:spcPts val="200"/>
              </a:spcBef>
              <a:spcAft>
                <a:spcPts val="0"/>
              </a:spcAft>
              <a:buClr>
                <a:schemeClr val="dk1"/>
              </a:buClr>
              <a:buSzPts val="2000"/>
              <a:buChar char="»"/>
              <a:defRPr sz="1000"/>
            </a:lvl5pPr>
            <a:lvl6pPr marL="1371668" lvl="5" indent="-177809" algn="l">
              <a:spcBef>
                <a:spcPts val="200"/>
              </a:spcBef>
              <a:spcAft>
                <a:spcPts val="0"/>
              </a:spcAft>
              <a:buClr>
                <a:schemeClr val="dk1"/>
              </a:buClr>
              <a:buSzPts val="2000"/>
              <a:buChar char="•"/>
              <a:defRPr sz="1000"/>
            </a:lvl6pPr>
            <a:lvl7pPr marL="1600280" lvl="6" indent="-177809" algn="l">
              <a:spcBef>
                <a:spcPts val="200"/>
              </a:spcBef>
              <a:spcAft>
                <a:spcPts val="0"/>
              </a:spcAft>
              <a:buClr>
                <a:schemeClr val="dk1"/>
              </a:buClr>
              <a:buSzPts val="2000"/>
              <a:buChar char="•"/>
              <a:defRPr sz="1000"/>
            </a:lvl7pPr>
            <a:lvl8pPr marL="1828892" lvl="7" indent="-177809" algn="l">
              <a:spcBef>
                <a:spcPts val="200"/>
              </a:spcBef>
              <a:spcAft>
                <a:spcPts val="0"/>
              </a:spcAft>
              <a:buClr>
                <a:schemeClr val="dk1"/>
              </a:buClr>
              <a:buSzPts val="2000"/>
              <a:buChar char="•"/>
              <a:defRPr sz="1000"/>
            </a:lvl8pPr>
            <a:lvl9pPr marL="2057503" lvl="8" indent="-177809" algn="l">
              <a:spcBef>
                <a:spcPts val="200"/>
              </a:spcBef>
              <a:spcAft>
                <a:spcPts val="0"/>
              </a:spcAft>
              <a:buClr>
                <a:schemeClr val="dk1"/>
              </a:buClr>
              <a:buSzPts val="2000"/>
              <a:buChar char="•"/>
              <a:defRPr sz="1000"/>
            </a:lvl9pPr>
          </a:lstStyle>
          <a:p>
            <a:endParaRPr/>
          </a:p>
        </p:txBody>
      </p:sp>
      <p:sp>
        <p:nvSpPr>
          <p:cNvPr id="57" name="Google Shape;57;p9"/>
          <p:cNvSpPr txBox="1">
            <a:spLocks noGrp="1"/>
          </p:cNvSpPr>
          <p:nvPr>
            <p:ph type="body" idx="2"/>
          </p:nvPr>
        </p:nvSpPr>
        <p:spPr>
          <a:xfrm>
            <a:off x="228600" y="956735"/>
            <a:ext cx="1504157" cy="3127375"/>
          </a:xfrm>
          <a:prstGeom prst="rect">
            <a:avLst/>
          </a:prstGeom>
          <a:noFill/>
          <a:ln>
            <a:noFill/>
          </a:ln>
        </p:spPr>
        <p:txBody>
          <a:bodyPr spcFirstLastPara="1" wrap="square" lIns="91425" tIns="45700" rIns="91425" bIns="45700" anchor="t" anchorCtr="0">
            <a:normAutofit/>
          </a:bodyPr>
          <a:lstStyle>
            <a:lvl1pPr marL="228611" lvl="0" indent="-114306" algn="l">
              <a:spcBef>
                <a:spcPts val="140"/>
              </a:spcBef>
              <a:spcAft>
                <a:spcPts val="0"/>
              </a:spcAft>
              <a:buClr>
                <a:schemeClr val="dk1"/>
              </a:buClr>
              <a:buSzPts val="1400"/>
              <a:buNone/>
              <a:defRPr sz="700"/>
            </a:lvl1pPr>
            <a:lvl2pPr marL="457223" lvl="1" indent="-114306" algn="l">
              <a:spcBef>
                <a:spcPts val="120"/>
              </a:spcBef>
              <a:spcAft>
                <a:spcPts val="0"/>
              </a:spcAft>
              <a:buClr>
                <a:schemeClr val="dk1"/>
              </a:buClr>
              <a:buSzPts val="1200"/>
              <a:buNone/>
              <a:defRPr sz="600"/>
            </a:lvl2pPr>
            <a:lvl3pPr marL="685835" lvl="2" indent="-114306" algn="l">
              <a:spcBef>
                <a:spcPts val="100"/>
              </a:spcBef>
              <a:spcAft>
                <a:spcPts val="0"/>
              </a:spcAft>
              <a:buClr>
                <a:schemeClr val="dk1"/>
              </a:buClr>
              <a:buSzPts val="1000"/>
              <a:buNone/>
              <a:defRPr sz="500"/>
            </a:lvl3pPr>
            <a:lvl4pPr marL="914446" lvl="3" indent="-114306" algn="l">
              <a:spcBef>
                <a:spcPts val="90"/>
              </a:spcBef>
              <a:spcAft>
                <a:spcPts val="0"/>
              </a:spcAft>
              <a:buClr>
                <a:schemeClr val="dk1"/>
              </a:buClr>
              <a:buSzPts val="900"/>
              <a:buNone/>
              <a:defRPr sz="450"/>
            </a:lvl4pPr>
            <a:lvl5pPr marL="1143057" lvl="4" indent="-114306" algn="l">
              <a:spcBef>
                <a:spcPts val="90"/>
              </a:spcBef>
              <a:spcAft>
                <a:spcPts val="0"/>
              </a:spcAft>
              <a:buClr>
                <a:schemeClr val="dk1"/>
              </a:buClr>
              <a:buSzPts val="900"/>
              <a:buNone/>
              <a:defRPr sz="450"/>
            </a:lvl5pPr>
            <a:lvl6pPr marL="1371668" lvl="5" indent="-114306" algn="l">
              <a:spcBef>
                <a:spcPts val="90"/>
              </a:spcBef>
              <a:spcAft>
                <a:spcPts val="0"/>
              </a:spcAft>
              <a:buClr>
                <a:schemeClr val="dk1"/>
              </a:buClr>
              <a:buSzPts val="900"/>
              <a:buNone/>
              <a:defRPr sz="450"/>
            </a:lvl6pPr>
            <a:lvl7pPr marL="1600280" lvl="6" indent="-114306" algn="l">
              <a:spcBef>
                <a:spcPts val="90"/>
              </a:spcBef>
              <a:spcAft>
                <a:spcPts val="0"/>
              </a:spcAft>
              <a:buClr>
                <a:schemeClr val="dk1"/>
              </a:buClr>
              <a:buSzPts val="900"/>
              <a:buNone/>
              <a:defRPr sz="450"/>
            </a:lvl7pPr>
            <a:lvl8pPr marL="1828892" lvl="7" indent="-114306" algn="l">
              <a:spcBef>
                <a:spcPts val="90"/>
              </a:spcBef>
              <a:spcAft>
                <a:spcPts val="0"/>
              </a:spcAft>
              <a:buClr>
                <a:schemeClr val="dk1"/>
              </a:buClr>
              <a:buSzPts val="900"/>
              <a:buNone/>
              <a:defRPr sz="450"/>
            </a:lvl8pPr>
            <a:lvl9pPr marL="2057503" lvl="8" indent="-114306" algn="l">
              <a:spcBef>
                <a:spcPts val="90"/>
              </a:spcBef>
              <a:spcAft>
                <a:spcPts val="0"/>
              </a:spcAft>
              <a:buClr>
                <a:schemeClr val="dk1"/>
              </a:buClr>
              <a:buSzPts val="900"/>
              <a:buNone/>
              <a:defRPr sz="450"/>
            </a:lvl9pPr>
          </a:lstStyle>
          <a:p>
            <a:endParaRPr/>
          </a:p>
        </p:txBody>
      </p:sp>
      <p:sp>
        <p:nvSpPr>
          <p:cNvPr id="58" name="Google Shape;58;p9"/>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9210182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96144" y="3200401"/>
            <a:ext cx="2743200" cy="3778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896144" y="408517"/>
            <a:ext cx="2743200" cy="2743200"/>
          </a:xfrm>
          <a:prstGeom prst="rect">
            <a:avLst/>
          </a:prstGeom>
          <a:noFill/>
          <a:ln>
            <a:noFill/>
          </a:ln>
        </p:spPr>
      </p:sp>
      <p:sp>
        <p:nvSpPr>
          <p:cNvPr id="64" name="Google Shape;64;p10"/>
          <p:cNvSpPr txBox="1">
            <a:spLocks noGrp="1"/>
          </p:cNvSpPr>
          <p:nvPr>
            <p:ph type="body" idx="1"/>
          </p:nvPr>
        </p:nvSpPr>
        <p:spPr>
          <a:xfrm>
            <a:off x="896144" y="3578226"/>
            <a:ext cx="2743200" cy="536575"/>
          </a:xfrm>
          <a:prstGeom prst="rect">
            <a:avLst/>
          </a:prstGeom>
          <a:noFill/>
          <a:ln>
            <a:noFill/>
          </a:ln>
        </p:spPr>
        <p:txBody>
          <a:bodyPr spcFirstLastPara="1" wrap="square" lIns="91425" tIns="45700" rIns="91425" bIns="45700" anchor="t" anchorCtr="0">
            <a:normAutofit/>
          </a:bodyPr>
          <a:lstStyle>
            <a:lvl1pPr marL="228611" lvl="0" indent="-114306" algn="l">
              <a:spcBef>
                <a:spcPts val="140"/>
              </a:spcBef>
              <a:spcAft>
                <a:spcPts val="0"/>
              </a:spcAft>
              <a:buClr>
                <a:schemeClr val="dk1"/>
              </a:buClr>
              <a:buSzPts val="1400"/>
              <a:buNone/>
              <a:defRPr sz="700"/>
            </a:lvl1pPr>
            <a:lvl2pPr marL="457223" lvl="1" indent="-114306" algn="l">
              <a:spcBef>
                <a:spcPts val="120"/>
              </a:spcBef>
              <a:spcAft>
                <a:spcPts val="0"/>
              </a:spcAft>
              <a:buClr>
                <a:schemeClr val="dk1"/>
              </a:buClr>
              <a:buSzPts val="1200"/>
              <a:buNone/>
              <a:defRPr sz="600"/>
            </a:lvl2pPr>
            <a:lvl3pPr marL="685835" lvl="2" indent="-114306" algn="l">
              <a:spcBef>
                <a:spcPts val="100"/>
              </a:spcBef>
              <a:spcAft>
                <a:spcPts val="0"/>
              </a:spcAft>
              <a:buClr>
                <a:schemeClr val="dk1"/>
              </a:buClr>
              <a:buSzPts val="1000"/>
              <a:buNone/>
              <a:defRPr sz="500"/>
            </a:lvl3pPr>
            <a:lvl4pPr marL="914446" lvl="3" indent="-114306" algn="l">
              <a:spcBef>
                <a:spcPts val="90"/>
              </a:spcBef>
              <a:spcAft>
                <a:spcPts val="0"/>
              </a:spcAft>
              <a:buClr>
                <a:schemeClr val="dk1"/>
              </a:buClr>
              <a:buSzPts val="900"/>
              <a:buNone/>
              <a:defRPr sz="450"/>
            </a:lvl4pPr>
            <a:lvl5pPr marL="1143057" lvl="4" indent="-114306" algn="l">
              <a:spcBef>
                <a:spcPts val="90"/>
              </a:spcBef>
              <a:spcAft>
                <a:spcPts val="0"/>
              </a:spcAft>
              <a:buClr>
                <a:schemeClr val="dk1"/>
              </a:buClr>
              <a:buSzPts val="900"/>
              <a:buNone/>
              <a:defRPr sz="450"/>
            </a:lvl5pPr>
            <a:lvl6pPr marL="1371668" lvl="5" indent="-114306" algn="l">
              <a:spcBef>
                <a:spcPts val="90"/>
              </a:spcBef>
              <a:spcAft>
                <a:spcPts val="0"/>
              </a:spcAft>
              <a:buClr>
                <a:schemeClr val="dk1"/>
              </a:buClr>
              <a:buSzPts val="900"/>
              <a:buNone/>
              <a:defRPr sz="450"/>
            </a:lvl6pPr>
            <a:lvl7pPr marL="1600280" lvl="6" indent="-114306" algn="l">
              <a:spcBef>
                <a:spcPts val="90"/>
              </a:spcBef>
              <a:spcAft>
                <a:spcPts val="0"/>
              </a:spcAft>
              <a:buClr>
                <a:schemeClr val="dk1"/>
              </a:buClr>
              <a:buSzPts val="900"/>
              <a:buNone/>
              <a:defRPr sz="450"/>
            </a:lvl7pPr>
            <a:lvl8pPr marL="1828892" lvl="7" indent="-114306" algn="l">
              <a:spcBef>
                <a:spcPts val="90"/>
              </a:spcBef>
              <a:spcAft>
                <a:spcPts val="0"/>
              </a:spcAft>
              <a:buClr>
                <a:schemeClr val="dk1"/>
              </a:buClr>
              <a:buSzPts val="900"/>
              <a:buNone/>
              <a:defRPr sz="450"/>
            </a:lvl8pPr>
            <a:lvl9pPr marL="2057503" lvl="8" indent="-114306" algn="l">
              <a:spcBef>
                <a:spcPts val="90"/>
              </a:spcBef>
              <a:spcAft>
                <a:spcPts val="0"/>
              </a:spcAft>
              <a:buClr>
                <a:schemeClr val="dk1"/>
              </a:buClr>
              <a:buSzPts val="900"/>
              <a:buNone/>
              <a:defRPr sz="450"/>
            </a:lvl9pPr>
          </a:lstStyle>
          <a:p>
            <a:endParaRPr/>
          </a:p>
        </p:txBody>
      </p:sp>
      <p:sp>
        <p:nvSpPr>
          <p:cNvPr id="65" name="Google Shape;65;p10"/>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0057384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777346" y="518055"/>
            <a:ext cx="3017309" cy="4114800"/>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6296049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1878542" y="1619251"/>
            <a:ext cx="3901017" cy="10287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216958" y="628650"/>
            <a:ext cx="3901017" cy="3009900"/>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381931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3FA82C02-2C4D-1F4D-851E-B56DA3E878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830BE5C-47B3-8640-86D1-69594D99527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585972A-A66B-ED47-A758-27225C85438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CE450D7-51B2-DC41-A285-84B90542AA55}" type="datetimeFigureOut">
              <a:rPr lang="it-IT" smtClean="0"/>
              <a:t>25/03/2026</a:t>
            </a:fld>
            <a:endParaRPr lang="it-IT"/>
          </a:p>
        </p:txBody>
      </p:sp>
      <p:sp>
        <p:nvSpPr>
          <p:cNvPr id="5" name="Segnaposto piè di pagina 4">
            <a:extLst>
              <a:ext uri="{FF2B5EF4-FFF2-40B4-BE49-F238E27FC236}">
                <a16:creationId xmlns:a16="http://schemas.microsoft.com/office/drawing/2014/main" id="{87CFA4B0-5065-6C44-81B0-58ACBBDA063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6DE9C76E-E86C-AF43-9FF0-BF8CC7B7DD0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5E9258-7551-F54F-B974-076C20A398B3}" type="slidenum">
              <a:rPr lang="it-IT" smtClean="0"/>
              <a:t>‹N›</a:t>
            </a:fld>
            <a:endParaRPr lang="it-IT"/>
          </a:p>
        </p:txBody>
      </p:sp>
    </p:spTree>
    <p:extLst>
      <p:ext uri="{BB962C8B-B14F-4D97-AF65-F5344CB8AC3E}">
        <p14:creationId xmlns:p14="http://schemas.microsoft.com/office/powerpoint/2010/main" val="386899932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7"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228600" y="1066801"/>
            <a:ext cx="4114800" cy="3017309"/>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0033240"/>
      </p:ext>
    </p:extLst>
  </p:cSld>
  <p:clrMap bg1="lt1" tx1="dk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ideo" Target="https://www.youtube.com/embed/doNzIAPn56g" TargetMode="Externa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ideo" Target="https://www.youtube.com/embed/7g_bG7MUZSs" TargetMode="Externa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514350" y="1482961"/>
            <a:ext cx="2029975" cy="721763"/>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5825763" y="3143850"/>
            <a:ext cx="2803888" cy="2229091"/>
          </a:xfrm>
          <a:prstGeom prst="rect">
            <a:avLst/>
          </a:prstGeom>
          <a:noFill/>
          <a:ln>
            <a:noFill/>
          </a:ln>
        </p:spPr>
      </p:pic>
      <p:sp>
        <p:nvSpPr>
          <p:cNvPr id="86" name="Google Shape;86;p13"/>
          <p:cNvSpPr txBox="1"/>
          <p:nvPr/>
        </p:nvSpPr>
        <p:spPr>
          <a:xfrm>
            <a:off x="514350" y="3258471"/>
            <a:ext cx="3624493" cy="775597"/>
          </a:xfrm>
          <a:prstGeom prst="rect">
            <a:avLst/>
          </a:prstGeom>
          <a:noFill/>
          <a:ln>
            <a:noFill/>
          </a:ln>
        </p:spPr>
        <p:txBody>
          <a:bodyPr spcFirstLastPara="1" wrap="square" lIns="0" tIns="0" rIns="0" bIns="0" anchor="t" anchorCtr="0">
            <a:spAutoFit/>
          </a:bodyPr>
          <a:lstStyle/>
          <a:p>
            <a:pPr defTabSz="457223">
              <a:lnSpc>
                <a:spcPct val="120000"/>
              </a:lnSpc>
              <a:buClr>
                <a:srgbClr val="000000"/>
              </a:buClr>
            </a:pPr>
            <a:r>
              <a:rPr lang="en-US" sz="4200" b="1" kern="0" dirty="0">
                <a:solidFill>
                  <a:srgbClr val="FFFFFF"/>
                </a:solidFill>
                <a:latin typeface="Poppins SemiBold"/>
                <a:ea typeface="Poppins SemiBold"/>
                <a:cs typeface="Poppins SemiBold"/>
                <a:sym typeface="Poppins SemiBold"/>
              </a:rPr>
              <a:t>Corso EOA</a:t>
            </a:r>
            <a:endParaRPr sz="700" kern="0" dirty="0">
              <a:solidFill>
                <a:srgbClr val="000000"/>
              </a:solidFill>
              <a:latin typeface="Arial"/>
              <a:cs typeface="Arial"/>
              <a:sym typeface="Arial"/>
            </a:endParaRPr>
          </a:p>
        </p:txBody>
      </p:sp>
      <p:sp>
        <p:nvSpPr>
          <p:cNvPr id="87" name="Google Shape;87;p13"/>
          <p:cNvSpPr txBox="1"/>
          <p:nvPr/>
        </p:nvSpPr>
        <p:spPr>
          <a:xfrm>
            <a:off x="2689059" y="1534035"/>
            <a:ext cx="2363986" cy="247760"/>
          </a:xfrm>
          <a:prstGeom prst="rect">
            <a:avLst/>
          </a:prstGeom>
          <a:noFill/>
          <a:ln>
            <a:noFill/>
          </a:ln>
        </p:spPr>
        <p:txBody>
          <a:bodyPr spcFirstLastPara="1" wrap="square" lIns="0" tIns="0" rIns="0" bIns="0" anchor="t" anchorCtr="0">
            <a:spAutoFit/>
          </a:bodyPr>
          <a:lstStyle/>
          <a:p>
            <a:pPr defTabSz="457223">
              <a:lnSpc>
                <a:spcPct val="161030"/>
              </a:lnSpc>
              <a:buClr>
                <a:srgbClr val="000000"/>
              </a:buClr>
            </a:pPr>
            <a:r>
              <a:rPr lang="en-US" sz="1000" b="1" kern="0" dirty="0">
                <a:solidFill>
                  <a:srgbClr val="FFFFFF"/>
                </a:solidFill>
                <a:latin typeface="Poppins"/>
                <a:ea typeface="Poppins"/>
                <a:cs typeface="Poppins"/>
                <a:sym typeface="Poppins"/>
              </a:rPr>
              <a:t>LAUREA TRIENNALE IN INFORMATICA </a:t>
            </a:r>
            <a:endParaRPr sz="700" kern="0" dirty="0">
              <a:solidFill>
                <a:srgbClr val="000000"/>
              </a:solidFill>
              <a:latin typeface="Arial"/>
              <a:cs typeface="Arial"/>
              <a:sym typeface="Arial"/>
            </a:endParaRPr>
          </a:p>
        </p:txBody>
      </p:sp>
      <p:sp>
        <p:nvSpPr>
          <p:cNvPr id="88" name="Google Shape;88;p13"/>
          <p:cNvSpPr txBox="1"/>
          <p:nvPr/>
        </p:nvSpPr>
        <p:spPr>
          <a:xfrm>
            <a:off x="515759" y="4004430"/>
            <a:ext cx="3355293" cy="443198"/>
          </a:xfrm>
          <a:prstGeom prst="rect">
            <a:avLst/>
          </a:prstGeom>
          <a:noFill/>
          <a:ln>
            <a:noFill/>
          </a:ln>
        </p:spPr>
        <p:txBody>
          <a:bodyPr spcFirstLastPara="1" wrap="square" lIns="0" tIns="0" rIns="0" bIns="0" anchor="t" anchorCtr="0">
            <a:spAutoFit/>
          </a:bodyPr>
          <a:lstStyle/>
          <a:p>
            <a:pPr defTabSz="457223">
              <a:lnSpc>
                <a:spcPct val="120010"/>
              </a:lnSpc>
              <a:buClr>
                <a:srgbClr val="000000"/>
              </a:buClr>
            </a:pPr>
            <a:r>
              <a:rPr lang="en-US" sz="1400" b="1" kern="0" dirty="0">
                <a:solidFill>
                  <a:srgbClr val="FFFFFF"/>
                </a:solidFill>
                <a:latin typeface="Poppins"/>
                <a:ea typeface="Poppins"/>
                <a:cs typeface="Poppins"/>
                <a:sym typeface="Poppins"/>
              </a:rPr>
              <a:t>Prof. Giuseppe </a:t>
            </a:r>
            <a:r>
              <a:rPr lang="en-US" sz="1400" b="1" kern="0" dirty="0" err="1">
                <a:solidFill>
                  <a:srgbClr val="FFFFFF"/>
                </a:solidFill>
                <a:latin typeface="Poppins"/>
                <a:ea typeface="Poppins"/>
                <a:cs typeface="Poppins"/>
                <a:sym typeface="Poppins"/>
              </a:rPr>
              <a:t>Piccirillo</a:t>
            </a:r>
            <a:endParaRPr sz="1000" kern="0" dirty="0">
              <a:solidFill>
                <a:srgbClr val="000000"/>
              </a:solidFill>
              <a:latin typeface="Arial"/>
              <a:cs typeface="Arial"/>
              <a:sym typeface="Arial"/>
            </a:endParaRPr>
          </a:p>
          <a:p>
            <a:pPr defTabSz="457223">
              <a:lnSpc>
                <a:spcPct val="120010"/>
              </a:lnSpc>
              <a:buClr>
                <a:srgbClr val="000000"/>
              </a:buClr>
            </a:pPr>
            <a:endParaRPr sz="1000" b="1" kern="0" dirty="0">
              <a:solidFill>
                <a:srgbClr val="FFFFFF"/>
              </a:solidFill>
              <a:latin typeface="Poppins"/>
              <a:ea typeface="Poppins"/>
              <a:cs typeface="Poppins"/>
              <a:sym typeface="Poppins"/>
            </a:endParaRPr>
          </a:p>
        </p:txBody>
      </p:sp>
      <p:sp>
        <p:nvSpPr>
          <p:cNvPr id="89" name="Google Shape;89;p13"/>
          <p:cNvSpPr txBox="1"/>
          <p:nvPr/>
        </p:nvSpPr>
        <p:spPr>
          <a:xfrm>
            <a:off x="5225617" y="1576898"/>
            <a:ext cx="2770550" cy="369332"/>
          </a:xfrm>
          <a:prstGeom prst="rect">
            <a:avLst/>
          </a:prstGeom>
          <a:noFill/>
          <a:ln>
            <a:noFill/>
          </a:ln>
        </p:spPr>
        <p:txBody>
          <a:bodyPr spcFirstLastPara="1" wrap="square" lIns="0" tIns="0" rIns="0" bIns="0" anchor="t" anchorCtr="0">
            <a:spAutoFit/>
          </a:bodyPr>
          <a:lstStyle/>
          <a:p>
            <a:pPr defTabSz="457223">
              <a:lnSpc>
                <a:spcPct val="120010"/>
              </a:lnSpc>
              <a:buClr>
                <a:srgbClr val="000000"/>
              </a:buClr>
            </a:pPr>
            <a:r>
              <a:rPr lang="en-US" sz="1000" b="1" kern="0" dirty="0">
                <a:solidFill>
                  <a:srgbClr val="FFFFFF"/>
                </a:solidFill>
                <a:latin typeface="Poppins"/>
                <a:ea typeface="Poppins"/>
                <a:cs typeface="Poppins"/>
                <a:sym typeface="Poppins"/>
              </a:rPr>
              <a:t>CORSO II SEMESTRE</a:t>
            </a:r>
            <a:endParaRPr sz="700" kern="0" dirty="0">
              <a:solidFill>
                <a:srgbClr val="000000"/>
              </a:solidFill>
              <a:latin typeface="Arial"/>
              <a:cs typeface="Arial"/>
              <a:sym typeface="Arial"/>
            </a:endParaRPr>
          </a:p>
          <a:p>
            <a:pPr defTabSz="457223">
              <a:lnSpc>
                <a:spcPct val="120010"/>
              </a:lnSpc>
              <a:buClr>
                <a:srgbClr val="000000"/>
              </a:buClr>
            </a:pPr>
            <a:r>
              <a:rPr lang="en-US" sz="1000" b="1" kern="0">
                <a:solidFill>
                  <a:srgbClr val="FFFFFF"/>
                </a:solidFill>
                <a:latin typeface="Poppins"/>
                <a:ea typeface="Poppins"/>
                <a:cs typeface="Poppins"/>
                <a:sym typeface="Poppins"/>
              </a:rPr>
              <a:t>2025 - 2026</a:t>
            </a:r>
            <a:endParaRPr sz="700" kern="0" dirty="0">
              <a:solidFill>
                <a:srgbClr val="000000"/>
              </a:solidFill>
              <a:latin typeface="Arial"/>
              <a:cs typeface="Arial"/>
              <a:sym typeface="Arial"/>
            </a:endParaRPr>
          </a:p>
        </p:txBody>
      </p:sp>
      <p:sp>
        <p:nvSpPr>
          <p:cNvPr id="91" name="Google Shape;91;p13"/>
          <p:cNvSpPr txBox="1"/>
          <p:nvPr/>
        </p:nvSpPr>
        <p:spPr>
          <a:xfrm>
            <a:off x="514350" y="2697341"/>
            <a:ext cx="7593594" cy="276871"/>
          </a:xfrm>
          <a:prstGeom prst="rect">
            <a:avLst/>
          </a:prstGeom>
          <a:noFill/>
          <a:ln>
            <a:noFill/>
          </a:ln>
        </p:spPr>
        <p:txBody>
          <a:bodyPr spcFirstLastPara="1" wrap="square" lIns="0" tIns="0" rIns="0" bIns="0" anchor="t" anchorCtr="0">
            <a:spAutoFit/>
          </a:bodyPr>
          <a:lstStyle/>
          <a:p>
            <a:pPr defTabSz="457223">
              <a:lnSpc>
                <a:spcPct val="120006"/>
              </a:lnSpc>
              <a:buClr>
                <a:srgbClr val="000000"/>
              </a:buClr>
            </a:pPr>
            <a:r>
              <a:rPr lang="en-US" sz="1499" b="1" kern="0" dirty="0">
                <a:solidFill>
                  <a:srgbClr val="FFFFFF"/>
                </a:solidFill>
                <a:latin typeface="Poppins"/>
                <a:ea typeface="Poppins"/>
                <a:cs typeface="Poppins"/>
                <a:sym typeface="Poppins"/>
              </a:rPr>
              <a:t>LEZIONE. 2 -  L’IMPRESA E IL SUO AMBIENTE – CONTESTO SOCIO ECONOMICO</a:t>
            </a:r>
            <a:endParaRPr sz="700"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477261"/>
            <a:ext cx="7375161" cy="994172"/>
          </a:xfrm>
          <a:prstGeom prst="rect">
            <a:avLst/>
          </a:prstGeom>
        </p:spPr>
        <p:txBody>
          <a:bodyPr vert="horz" lIns="68580" tIns="34290" rIns="68580" bIns="34290" rtlCol="0" anchor="ctr">
            <a:normAutofit/>
          </a:bodyPr>
          <a:lstStyle/>
          <a:p>
            <a:pPr marL="8645" algn="ctr"/>
            <a:r>
              <a:rPr lang="en-US" sz="3200" spc="-4" dirty="0">
                <a:solidFill>
                  <a:srgbClr val="FFFFFF"/>
                </a:solidFill>
                <a:latin typeface="Poppins" panose="020B0604020202020204"/>
              </a:rPr>
              <a:t>IMPRESA</a:t>
            </a:r>
            <a:endParaRPr lang="en-US" sz="3200" spc="-7" dirty="0">
              <a:solidFill>
                <a:srgbClr val="FFFFFF"/>
              </a:solidFill>
              <a:latin typeface="Poppins" panose="020B0604020202020204"/>
            </a:endParaRPr>
          </a:p>
        </p:txBody>
      </p:sp>
      <p:sp>
        <p:nvSpPr>
          <p:cNvPr id="3" name="Rettangolo 2">
            <a:extLst>
              <a:ext uri="{FF2B5EF4-FFF2-40B4-BE49-F238E27FC236}">
                <a16:creationId xmlns:a16="http://schemas.microsoft.com/office/drawing/2014/main" id="{4EBCF150-3EC4-AA47-B148-2369F3EE9ED1}"/>
              </a:ext>
            </a:extLst>
          </p:cNvPr>
          <p:cNvSpPr/>
          <p:nvPr/>
        </p:nvSpPr>
        <p:spPr>
          <a:xfrm>
            <a:off x="884420" y="3176978"/>
            <a:ext cx="7375161" cy="2020482"/>
          </a:xfrm>
          <a:prstGeom prst="rect">
            <a:avLst/>
          </a:prstGeom>
        </p:spPr>
        <p:txBody>
          <a:bodyPr vert="horz" lIns="68580" tIns="34290" rIns="68580" bIns="34290" rtlCol="0">
            <a:normAutofit fontScale="92500" lnSpcReduction="10000"/>
          </a:bodyPr>
          <a:lstStyle/>
          <a:p>
            <a:pPr marR="3458" algn="just" defTabSz="685800">
              <a:lnSpc>
                <a:spcPct val="90000"/>
              </a:lnSpc>
              <a:spcBef>
                <a:spcPts val="68"/>
              </a:spcBef>
            </a:pPr>
            <a:r>
              <a:rPr lang="en-US" sz="2800" b="1" i="1" spc="-7" dirty="0" err="1">
                <a:solidFill>
                  <a:srgbClr val="0070C0"/>
                </a:solidFill>
                <a:latin typeface="Poppins" panose="020B0604020202020204"/>
              </a:rPr>
              <a:t>Organizzazione</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economica</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che</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mediante</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l’impiego</a:t>
            </a:r>
            <a:r>
              <a:rPr lang="en-US" sz="2800" i="1" spc="-7" dirty="0">
                <a:solidFill>
                  <a:srgbClr val="0070C0"/>
                </a:solidFill>
                <a:latin typeface="Poppins" panose="020B0604020202020204"/>
              </a:rPr>
              <a:t> di un </a:t>
            </a:r>
            <a:r>
              <a:rPr lang="en-US" sz="2800" i="1" spc="-7" dirty="0" err="1">
                <a:solidFill>
                  <a:srgbClr val="0070C0"/>
                </a:solidFill>
                <a:latin typeface="Poppins" panose="020B0604020202020204"/>
              </a:rPr>
              <a:t>complesso</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differenziato</a:t>
            </a:r>
            <a:r>
              <a:rPr lang="en-US" sz="2800" i="1" spc="-7" dirty="0">
                <a:solidFill>
                  <a:srgbClr val="0070C0"/>
                </a:solidFill>
                <a:latin typeface="Poppins" panose="020B0604020202020204"/>
              </a:rPr>
              <a:t> di </a:t>
            </a:r>
            <a:r>
              <a:rPr lang="en-US" sz="2800" b="1" i="1" spc="-7" dirty="0" err="1">
                <a:solidFill>
                  <a:srgbClr val="0070C0"/>
                </a:solidFill>
                <a:latin typeface="Poppins" panose="020B0604020202020204"/>
              </a:rPr>
              <a:t>risorse</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svolge</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processi</a:t>
            </a:r>
            <a:r>
              <a:rPr lang="en-US" sz="2800" i="1" spc="-7" dirty="0">
                <a:solidFill>
                  <a:srgbClr val="0070C0"/>
                </a:solidFill>
                <a:latin typeface="Poppins" panose="020B0604020202020204"/>
              </a:rPr>
              <a:t> di </a:t>
            </a:r>
            <a:r>
              <a:rPr lang="en-US" sz="2800" b="1" i="1" spc="-7" dirty="0" err="1">
                <a:solidFill>
                  <a:srgbClr val="0070C0"/>
                </a:solidFill>
                <a:latin typeface="Poppins" panose="020B0604020202020204"/>
              </a:rPr>
              <a:t>acquisizione</a:t>
            </a:r>
            <a:r>
              <a:rPr lang="en-US" sz="2800" i="1" spc="-7" dirty="0">
                <a:solidFill>
                  <a:srgbClr val="0070C0"/>
                </a:solidFill>
                <a:latin typeface="Poppins" panose="020B0604020202020204"/>
              </a:rPr>
              <a:t>, e di </a:t>
            </a:r>
            <a:r>
              <a:rPr lang="en-US" sz="2800" b="1" i="1" spc="-7" dirty="0" err="1">
                <a:solidFill>
                  <a:srgbClr val="0070C0"/>
                </a:solidFill>
                <a:latin typeface="Poppins" panose="020B0604020202020204"/>
              </a:rPr>
              <a:t>produzione</a:t>
            </a:r>
            <a:r>
              <a:rPr lang="en-US" sz="2800" i="1" spc="-7" dirty="0">
                <a:solidFill>
                  <a:srgbClr val="0070C0"/>
                </a:solidFill>
                <a:latin typeface="Poppins" panose="020B0604020202020204"/>
              </a:rPr>
              <a:t> di </a:t>
            </a:r>
            <a:r>
              <a:rPr lang="en-US" sz="2800" i="1" spc="-7" dirty="0" err="1">
                <a:solidFill>
                  <a:srgbClr val="0070C0"/>
                </a:solidFill>
                <a:latin typeface="Poppins" panose="020B0604020202020204"/>
              </a:rPr>
              <a:t>beni</a:t>
            </a:r>
            <a:r>
              <a:rPr lang="en-US" sz="2800" i="1" spc="-7" dirty="0">
                <a:solidFill>
                  <a:srgbClr val="0070C0"/>
                </a:solidFill>
                <a:latin typeface="Poppins" panose="020B0604020202020204"/>
              </a:rPr>
              <a:t> o </a:t>
            </a:r>
            <a:r>
              <a:rPr lang="en-US" sz="2800" i="1" spc="-7" dirty="0" err="1">
                <a:solidFill>
                  <a:srgbClr val="0070C0"/>
                </a:solidFill>
                <a:latin typeface="Poppins" panose="020B0604020202020204"/>
              </a:rPr>
              <a:t>servizi</a:t>
            </a:r>
            <a:r>
              <a:rPr lang="en-US" sz="2800" i="1" spc="-7" dirty="0">
                <a:solidFill>
                  <a:srgbClr val="0070C0"/>
                </a:solidFill>
                <a:latin typeface="Poppins" panose="020B0604020202020204"/>
              </a:rPr>
              <a:t> da </a:t>
            </a:r>
            <a:r>
              <a:rPr lang="en-US" sz="2800" b="1" i="1" spc="-7" dirty="0" err="1">
                <a:solidFill>
                  <a:srgbClr val="0070C0"/>
                </a:solidFill>
                <a:latin typeface="Poppins" panose="020B0604020202020204"/>
              </a:rPr>
              <a:t>scambiare</a:t>
            </a:r>
            <a:r>
              <a:rPr lang="en-US" sz="2800" i="1" spc="-7" dirty="0">
                <a:solidFill>
                  <a:srgbClr val="0070C0"/>
                </a:solidFill>
                <a:latin typeface="Poppins" panose="020B0604020202020204"/>
              </a:rPr>
              <a:t> con </a:t>
            </a:r>
            <a:r>
              <a:rPr lang="en-US" sz="2800" i="1" spc="-7" dirty="0" err="1">
                <a:solidFill>
                  <a:srgbClr val="0070C0"/>
                </a:solidFill>
                <a:latin typeface="Poppins" panose="020B0604020202020204"/>
              </a:rPr>
              <a:t>entità</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esterne</a:t>
            </a:r>
            <a:r>
              <a:rPr lang="en-US" sz="2800" i="1" spc="-7" dirty="0">
                <a:solidFill>
                  <a:srgbClr val="0070C0"/>
                </a:solidFill>
                <a:latin typeface="Poppins" panose="020B0604020202020204"/>
              </a:rPr>
              <a:t> al fine di </a:t>
            </a:r>
            <a:r>
              <a:rPr lang="en-US" sz="2800" i="1" spc="-7" dirty="0" err="1">
                <a:solidFill>
                  <a:srgbClr val="0070C0"/>
                </a:solidFill>
                <a:latin typeface="Poppins" panose="020B0604020202020204"/>
              </a:rPr>
              <a:t>conseguire</a:t>
            </a:r>
            <a:r>
              <a:rPr lang="en-US" sz="2800" i="1" spc="-7" dirty="0">
                <a:solidFill>
                  <a:srgbClr val="0070C0"/>
                </a:solidFill>
                <a:latin typeface="Poppins" panose="020B0604020202020204"/>
              </a:rPr>
              <a:t> un </a:t>
            </a:r>
            <a:r>
              <a:rPr lang="en-US" sz="2800" b="1" i="1" spc="-7" dirty="0" err="1">
                <a:solidFill>
                  <a:srgbClr val="0070C0"/>
                </a:solidFill>
                <a:latin typeface="Poppins" panose="020B0604020202020204"/>
              </a:rPr>
              <a:t>reddito</a:t>
            </a:r>
            <a:r>
              <a:rPr lang="en-US" sz="2800" i="1" spc="-7" dirty="0">
                <a:solidFill>
                  <a:srgbClr val="0070C0"/>
                </a:solidFill>
                <a:latin typeface="Poppins" panose="020B0604020202020204"/>
              </a:rPr>
              <a:t>.</a:t>
            </a:r>
            <a:endParaRPr lang="en-US" sz="2800" i="1" dirty="0">
              <a:solidFill>
                <a:srgbClr val="0070C0"/>
              </a:solidFill>
              <a:latin typeface="Poppins" panose="020B0604020202020204"/>
            </a:endParaRPr>
          </a:p>
        </p:txBody>
      </p:sp>
    </p:spTree>
    <p:extLst>
      <p:ext uri="{BB962C8B-B14F-4D97-AF65-F5344CB8AC3E}">
        <p14:creationId xmlns:p14="http://schemas.microsoft.com/office/powerpoint/2010/main" val="695000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477261"/>
            <a:ext cx="7375161" cy="994172"/>
          </a:xfrm>
          <a:prstGeom prst="rect">
            <a:avLst/>
          </a:prstGeom>
        </p:spPr>
        <p:txBody>
          <a:bodyPr vert="horz" lIns="68580" tIns="34290" rIns="68580" bIns="34290" rtlCol="0" anchor="ctr">
            <a:normAutofit/>
          </a:bodyPr>
          <a:lstStyle/>
          <a:p>
            <a:pPr marL="8645" algn="ctr"/>
            <a:r>
              <a:rPr lang="en-US" sz="3200" spc="-4" dirty="0">
                <a:solidFill>
                  <a:srgbClr val="FFFFFF"/>
                </a:solidFill>
                <a:latin typeface="Poppins" panose="020B0604020202020204"/>
              </a:rPr>
              <a:t>AMBIENTE</a:t>
            </a:r>
            <a:endParaRPr lang="en-US" sz="3200" spc="-7" dirty="0">
              <a:solidFill>
                <a:srgbClr val="FFFFFF"/>
              </a:solidFill>
              <a:latin typeface="Poppins" panose="020B0604020202020204"/>
            </a:endParaRPr>
          </a:p>
        </p:txBody>
      </p:sp>
      <p:sp>
        <p:nvSpPr>
          <p:cNvPr id="3" name="Rettangolo 2">
            <a:extLst>
              <a:ext uri="{FF2B5EF4-FFF2-40B4-BE49-F238E27FC236}">
                <a16:creationId xmlns:a16="http://schemas.microsoft.com/office/drawing/2014/main" id="{4EBCF150-3EC4-AA47-B148-2369F3EE9ED1}"/>
              </a:ext>
            </a:extLst>
          </p:cNvPr>
          <p:cNvSpPr/>
          <p:nvPr/>
        </p:nvSpPr>
        <p:spPr>
          <a:xfrm>
            <a:off x="884420" y="3176978"/>
            <a:ext cx="7375161" cy="2020482"/>
          </a:xfrm>
          <a:prstGeom prst="rect">
            <a:avLst/>
          </a:prstGeom>
        </p:spPr>
        <p:txBody>
          <a:bodyPr vert="horz" lIns="68580" tIns="34290" rIns="68580" bIns="34290" rtlCol="0">
            <a:normAutofit fontScale="92500" lnSpcReduction="20000"/>
          </a:bodyPr>
          <a:lstStyle/>
          <a:p>
            <a:pPr algn="just"/>
            <a:r>
              <a:rPr lang="it-IT" sz="2800" i="1" dirty="0">
                <a:solidFill>
                  <a:srgbClr val="0070C0"/>
                </a:solidFill>
                <a:latin typeface="Poppins" panose="020B0604020202020204"/>
              </a:rPr>
              <a:t>Contesto nel quale l’impresa svolge le sue funzioni. </a:t>
            </a:r>
          </a:p>
          <a:p>
            <a:pPr algn="just"/>
            <a:r>
              <a:rPr lang="it-IT" sz="2800" i="1" dirty="0">
                <a:solidFill>
                  <a:srgbClr val="0070C0"/>
                </a:solidFill>
                <a:latin typeface="Poppins" panose="020B0604020202020204"/>
              </a:rPr>
              <a:t>Nel suo ambiente l’impresa attiva un sistema di scambi con gli altri attori dell’ambiente stesso, generando </a:t>
            </a:r>
            <a:r>
              <a:rPr lang="it-IT" sz="2800" b="1" i="1" dirty="0">
                <a:solidFill>
                  <a:srgbClr val="0070C0"/>
                </a:solidFill>
                <a:latin typeface="Poppins" panose="020B0604020202020204"/>
              </a:rPr>
              <a:t>mercati </a:t>
            </a:r>
            <a:r>
              <a:rPr lang="it-IT" sz="2800" i="1" dirty="0">
                <a:solidFill>
                  <a:srgbClr val="0070C0"/>
                </a:solidFill>
                <a:latin typeface="Poppins" panose="020B0604020202020204"/>
              </a:rPr>
              <a:t>distinti.</a:t>
            </a:r>
          </a:p>
          <a:p>
            <a:endParaRPr lang="it-IT" sz="2800" dirty="0"/>
          </a:p>
        </p:txBody>
      </p:sp>
    </p:spTree>
    <p:extLst>
      <p:ext uri="{BB962C8B-B14F-4D97-AF65-F5344CB8AC3E}">
        <p14:creationId xmlns:p14="http://schemas.microsoft.com/office/powerpoint/2010/main" val="921319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477261"/>
            <a:ext cx="7375161" cy="994172"/>
          </a:xfrm>
          <a:prstGeom prst="rect">
            <a:avLst/>
          </a:prstGeom>
        </p:spPr>
        <p:txBody>
          <a:bodyPr vert="horz" lIns="68580" tIns="34290" rIns="68580" bIns="34290" rtlCol="0" anchor="ctr">
            <a:normAutofit/>
          </a:bodyPr>
          <a:lstStyle/>
          <a:p>
            <a:pPr marL="8645" algn="ctr"/>
            <a:r>
              <a:rPr lang="en-US" sz="3200" spc="-4" dirty="0">
                <a:solidFill>
                  <a:srgbClr val="FFFFFF"/>
                </a:solidFill>
                <a:latin typeface="Poppins" panose="020B0604020202020204"/>
              </a:rPr>
              <a:t>MERCATO</a:t>
            </a:r>
            <a:endParaRPr lang="en-US" sz="3200" spc="-7" dirty="0">
              <a:solidFill>
                <a:srgbClr val="FFFFFF"/>
              </a:solidFill>
              <a:latin typeface="Poppins" panose="020B0604020202020204"/>
            </a:endParaRPr>
          </a:p>
        </p:txBody>
      </p:sp>
      <p:sp>
        <p:nvSpPr>
          <p:cNvPr id="3" name="Rettangolo 2">
            <a:extLst>
              <a:ext uri="{FF2B5EF4-FFF2-40B4-BE49-F238E27FC236}">
                <a16:creationId xmlns:a16="http://schemas.microsoft.com/office/drawing/2014/main" id="{4EBCF150-3EC4-AA47-B148-2369F3EE9ED1}"/>
              </a:ext>
            </a:extLst>
          </p:cNvPr>
          <p:cNvSpPr/>
          <p:nvPr/>
        </p:nvSpPr>
        <p:spPr>
          <a:xfrm>
            <a:off x="884420" y="3176978"/>
            <a:ext cx="7375161" cy="2020482"/>
          </a:xfrm>
          <a:prstGeom prst="rect">
            <a:avLst/>
          </a:prstGeom>
        </p:spPr>
        <p:txBody>
          <a:bodyPr vert="horz" lIns="68580" tIns="34290" rIns="68580" bIns="34290" rtlCol="0">
            <a:normAutofit fontScale="85000" lnSpcReduction="10000"/>
          </a:bodyPr>
          <a:lstStyle/>
          <a:p>
            <a:pPr algn="just"/>
            <a:r>
              <a:rPr lang="it-IT" sz="2800" i="1" dirty="0">
                <a:solidFill>
                  <a:srgbClr val="0070C0"/>
                </a:solidFill>
                <a:latin typeface="Poppins" panose="020B0604020202020204"/>
              </a:rPr>
              <a:t>In termini economici si ha un mercato quando ci sono almeno due contraenti disposti a scambiare fra di loro i beni posseduti. </a:t>
            </a:r>
          </a:p>
          <a:p>
            <a:pPr algn="just"/>
            <a:r>
              <a:rPr lang="it-IT" sz="2800" i="1" dirty="0">
                <a:solidFill>
                  <a:srgbClr val="0070C0"/>
                </a:solidFill>
                <a:latin typeface="Poppins" panose="020B0604020202020204"/>
              </a:rPr>
              <a:t>Un mercato è perciò formato dagli </a:t>
            </a:r>
            <a:r>
              <a:rPr lang="it-IT" sz="2800" b="1" i="1" dirty="0">
                <a:solidFill>
                  <a:srgbClr val="0070C0"/>
                </a:solidFill>
                <a:latin typeface="Poppins" panose="020B0604020202020204"/>
              </a:rPr>
              <a:t>acquirenti</a:t>
            </a:r>
            <a:r>
              <a:rPr lang="it-IT" sz="2800" i="1" dirty="0">
                <a:solidFill>
                  <a:srgbClr val="0070C0"/>
                </a:solidFill>
                <a:latin typeface="Poppins" panose="020B0604020202020204"/>
              </a:rPr>
              <a:t> e dai </a:t>
            </a:r>
            <a:r>
              <a:rPr lang="it-IT" sz="2800" b="1" i="1" dirty="0">
                <a:solidFill>
                  <a:srgbClr val="0070C0"/>
                </a:solidFill>
                <a:latin typeface="Poppins" panose="020B0604020202020204"/>
              </a:rPr>
              <a:t>venditori</a:t>
            </a:r>
            <a:r>
              <a:rPr lang="it-IT" sz="2800" i="1" dirty="0">
                <a:solidFill>
                  <a:srgbClr val="0070C0"/>
                </a:solidFill>
                <a:latin typeface="Poppins" panose="020B0604020202020204"/>
              </a:rPr>
              <a:t> di un particolare prodotto.</a:t>
            </a:r>
          </a:p>
          <a:p>
            <a:endParaRPr lang="it-IT" sz="2800" dirty="0"/>
          </a:p>
        </p:txBody>
      </p:sp>
    </p:spTree>
    <p:extLst>
      <p:ext uri="{BB962C8B-B14F-4D97-AF65-F5344CB8AC3E}">
        <p14:creationId xmlns:p14="http://schemas.microsoft.com/office/powerpoint/2010/main" val="599910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a 3">
            <a:extLst>
              <a:ext uri="{FF2B5EF4-FFF2-40B4-BE49-F238E27FC236}">
                <a16:creationId xmlns:a16="http://schemas.microsoft.com/office/drawing/2014/main" id="{E9348F96-5AE9-4BE2-960C-1D47B877E358}"/>
              </a:ext>
            </a:extLst>
          </p:cNvPr>
          <p:cNvGraphicFramePr>
            <a:graphicFrameLocks noGrp="1"/>
          </p:cNvGraphicFramePr>
          <p:nvPr>
            <p:extLst>
              <p:ext uri="{D42A27DB-BD31-4B8C-83A1-F6EECF244321}">
                <p14:modId xmlns:p14="http://schemas.microsoft.com/office/powerpoint/2010/main" val="2889796007"/>
              </p:ext>
            </p:extLst>
          </p:nvPr>
        </p:nvGraphicFramePr>
        <p:xfrm>
          <a:off x="725864" y="1180183"/>
          <a:ext cx="7843100" cy="4768130"/>
        </p:xfrm>
        <a:graphic>
          <a:graphicData uri="http://schemas.openxmlformats.org/drawingml/2006/table">
            <a:tbl>
              <a:tblPr firstRow="1" bandRow="1">
                <a:tableStyleId>{5C22544A-7EE6-4342-B048-85BDC9FD1C3A}</a:tableStyleId>
              </a:tblPr>
              <a:tblGrid>
                <a:gridCol w="1960775">
                  <a:extLst>
                    <a:ext uri="{9D8B030D-6E8A-4147-A177-3AD203B41FA5}">
                      <a16:colId xmlns:a16="http://schemas.microsoft.com/office/drawing/2014/main" val="798329780"/>
                    </a:ext>
                  </a:extLst>
                </a:gridCol>
                <a:gridCol w="1960775">
                  <a:extLst>
                    <a:ext uri="{9D8B030D-6E8A-4147-A177-3AD203B41FA5}">
                      <a16:colId xmlns:a16="http://schemas.microsoft.com/office/drawing/2014/main" val="487550049"/>
                    </a:ext>
                  </a:extLst>
                </a:gridCol>
                <a:gridCol w="1960775">
                  <a:extLst>
                    <a:ext uri="{9D8B030D-6E8A-4147-A177-3AD203B41FA5}">
                      <a16:colId xmlns:a16="http://schemas.microsoft.com/office/drawing/2014/main" val="2835129463"/>
                    </a:ext>
                  </a:extLst>
                </a:gridCol>
                <a:gridCol w="1960775">
                  <a:extLst>
                    <a:ext uri="{9D8B030D-6E8A-4147-A177-3AD203B41FA5}">
                      <a16:colId xmlns:a16="http://schemas.microsoft.com/office/drawing/2014/main" val="2245290826"/>
                    </a:ext>
                  </a:extLst>
                </a:gridCol>
              </a:tblGrid>
              <a:tr h="953626">
                <a:tc>
                  <a:txBody>
                    <a:bodyPr/>
                    <a:lstStyle/>
                    <a:p>
                      <a:pPr algn="ctr"/>
                      <a:endParaRPr lang="it-IT" sz="1800" dirty="0"/>
                    </a:p>
                  </a:txBody>
                  <a:tcPr anchor="ctr">
                    <a:noFill/>
                  </a:tcPr>
                </a:tc>
                <a:tc>
                  <a:txBody>
                    <a:bodyPr/>
                    <a:lstStyle/>
                    <a:p>
                      <a:pPr algn="ctr"/>
                      <a:r>
                        <a:rPr lang="it-IT" sz="1800" dirty="0">
                          <a:latin typeface="Poppins" panose="020B0604020202020204"/>
                        </a:rPr>
                        <a:t>Acquirente/i</a:t>
                      </a:r>
                    </a:p>
                  </a:txBody>
                  <a:tcPr anchor="ctr"/>
                </a:tc>
                <a:tc>
                  <a:txBody>
                    <a:bodyPr/>
                    <a:lstStyle/>
                    <a:p>
                      <a:pPr algn="ctr"/>
                      <a:r>
                        <a:rPr lang="it-IT" sz="1800" dirty="0">
                          <a:latin typeface="Poppins" panose="020B0604020202020204"/>
                        </a:rPr>
                        <a:t>Venditore/i</a:t>
                      </a:r>
                    </a:p>
                  </a:txBody>
                  <a:tcPr anchor="ctr"/>
                </a:tc>
                <a:tc>
                  <a:txBody>
                    <a:bodyPr/>
                    <a:lstStyle/>
                    <a:p>
                      <a:pPr algn="ctr"/>
                      <a:r>
                        <a:rPr lang="it-IT" sz="1800" dirty="0">
                          <a:latin typeface="Poppins" panose="020B0604020202020204"/>
                        </a:rPr>
                        <a:t>Bene/i</a:t>
                      </a:r>
                    </a:p>
                  </a:txBody>
                  <a:tcPr anchor="ctr"/>
                </a:tc>
                <a:extLst>
                  <a:ext uri="{0D108BD9-81ED-4DB2-BD59-A6C34878D82A}">
                    <a16:rowId xmlns:a16="http://schemas.microsoft.com/office/drawing/2014/main" val="1516750710"/>
                  </a:ext>
                </a:extLst>
              </a:tr>
              <a:tr h="953626">
                <a:tc>
                  <a:txBody>
                    <a:bodyPr/>
                    <a:lstStyle/>
                    <a:p>
                      <a:pPr marL="0" algn="ctr" defTabSz="685800" rtl="0" eaLnBrk="1" latinLnBrk="0" hangingPunct="1"/>
                      <a:r>
                        <a:rPr lang="it-IT" sz="1800" b="1" kern="1200" dirty="0">
                          <a:solidFill>
                            <a:schemeClr val="lt1"/>
                          </a:solidFill>
                          <a:latin typeface="+mn-lt"/>
                          <a:ea typeface="+mn-ea"/>
                          <a:cs typeface="+mn-cs"/>
                        </a:rPr>
                        <a:t>Mercato del Lavoro</a:t>
                      </a:r>
                    </a:p>
                  </a:txBody>
                  <a:tcPr anchor="ctr">
                    <a:solidFill>
                      <a:schemeClr val="accent1"/>
                    </a:solidFill>
                  </a:tcPr>
                </a:tc>
                <a:tc>
                  <a:txBody>
                    <a:bodyPr/>
                    <a:lstStyle/>
                    <a:p>
                      <a:pPr algn="ctr"/>
                      <a:r>
                        <a:rPr lang="it-IT" sz="1800" dirty="0">
                          <a:latin typeface="Poppins" panose="020B0604020202020204"/>
                        </a:rPr>
                        <a:t>Impresa</a:t>
                      </a:r>
                    </a:p>
                  </a:txBody>
                  <a:tcPr anchor="ctr"/>
                </a:tc>
                <a:tc>
                  <a:txBody>
                    <a:bodyPr/>
                    <a:lstStyle/>
                    <a:p>
                      <a:pPr algn="ctr"/>
                      <a:r>
                        <a:rPr lang="it-IT" sz="1800" dirty="0">
                          <a:latin typeface="Poppins" panose="020B0604020202020204"/>
                        </a:rPr>
                        <a:t>Lavoratori</a:t>
                      </a:r>
                    </a:p>
                  </a:txBody>
                  <a:tcPr anchor="ctr"/>
                </a:tc>
                <a:tc>
                  <a:txBody>
                    <a:bodyPr/>
                    <a:lstStyle/>
                    <a:p>
                      <a:pPr algn="ctr"/>
                      <a:r>
                        <a:rPr lang="it-IT" sz="1800" dirty="0">
                          <a:latin typeface="Poppins" panose="020B0604020202020204"/>
                        </a:rPr>
                        <a:t>Forza Lavoro</a:t>
                      </a:r>
                    </a:p>
                  </a:txBody>
                  <a:tcPr anchor="ctr"/>
                </a:tc>
                <a:extLst>
                  <a:ext uri="{0D108BD9-81ED-4DB2-BD59-A6C34878D82A}">
                    <a16:rowId xmlns:a16="http://schemas.microsoft.com/office/drawing/2014/main" val="1574307263"/>
                  </a:ext>
                </a:extLst>
              </a:tr>
              <a:tr h="953626">
                <a:tc>
                  <a:txBody>
                    <a:bodyPr/>
                    <a:lstStyle/>
                    <a:p>
                      <a:pPr marL="0" algn="ctr" defTabSz="685800" rtl="0" eaLnBrk="1" latinLnBrk="0" hangingPunct="1"/>
                      <a:r>
                        <a:rPr lang="it-IT" sz="1800" b="1" kern="1200" dirty="0">
                          <a:solidFill>
                            <a:schemeClr val="lt1"/>
                          </a:solidFill>
                          <a:latin typeface="+mn-lt"/>
                          <a:ea typeface="+mn-ea"/>
                          <a:cs typeface="+mn-cs"/>
                        </a:rPr>
                        <a:t>Mercato Finanziario</a:t>
                      </a:r>
                    </a:p>
                  </a:txBody>
                  <a:tcPr anchor="ctr">
                    <a:solidFill>
                      <a:schemeClr val="accent1"/>
                    </a:solidFill>
                  </a:tcPr>
                </a:tc>
                <a:tc>
                  <a:txBody>
                    <a:bodyPr/>
                    <a:lstStyle/>
                    <a:p>
                      <a:pPr algn="ctr"/>
                      <a:r>
                        <a:rPr lang="it-IT" sz="1800" dirty="0">
                          <a:latin typeface="Poppins" panose="020B0604020202020204"/>
                        </a:rPr>
                        <a:t>Impresa</a:t>
                      </a:r>
                    </a:p>
                    <a:p>
                      <a:pPr algn="ctr"/>
                      <a:r>
                        <a:rPr lang="it-IT" sz="1800" dirty="0">
                          <a:latin typeface="Poppins" panose="020B0604020202020204"/>
                        </a:rPr>
                        <a:t>Investitori</a:t>
                      </a:r>
                    </a:p>
                  </a:txBody>
                  <a:tcPr anchor="ctr"/>
                </a:tc>
                <a:tc>
                  <a:txBody>
                    <a:bodyPr/>
                    <a:lstStyle/>
                    <a:p>
                      <a:pPr algn="ctr"/>
                      <a:r>
                        <a:rPr lang="it-IT" sz="1800" dirty="0">
                          <a:latin typeface="Poppins" panose="020B0604020202020204"/>
                        </a:rPr>
                        <a:t>Impresa</a:t>
                      </a:r>
                    </a:p>
                    <a:p>
                      <a:pPr algn="ctr"/>
                      <a:r>
                        <a:rPr lang="it-IT" sz="1800" dirty="0">
                          <a:latin typeface="Poppins" panose="020B0604020202020204"/>
                        </a:rPr>
                        <a:t>Banche </a:t>
                      </a:r>
                    </a:p>
                    <a:p>
                      <a:pPr algn="ctr"/>
                      <a:r>
                        <a:rPr lang="it-IT" sz="1800" dirty="0" err="1">
                          <a:latin typeface="Poppins" panose="020B0604020202020204"/>
                        </a:rPr>
                        <a:t>Etc</a:t>
                      </a:r>
                      <a:r>
                        <a:rPr lang="it-IT" sz="1800" dirty="0">
                          <a:latin typeface="Poppins" panose="020B0604020202020204"/>
                        </a:rPr>
                        <a:t>…</a:t>
                      </a:r>
                    </a:p>
                  </a:txBody>
                  <a:tcPr anchor="ctr"/>
                </a:tc>
                <a:tc>
                  <a:txBody>
                    <a:bodyPr/>
                    <a:lstStyle/>
                    <a:p>
                      <a:pPr algn="ctr"/>
                      <a:r>
                        <a:rPr lang="it-IT" sz="1800" dirty="0">
                          <a:latin typeface="Poppins" panose="020B0604020202020204"/>
                        </a:rPr>
                        <a:t>Capitali</a:t>
                      </a:r>
                    </a:p>
                    <a:p>
                      <a:pPr algn="ctr"/>
                      <a:r>
                        <a:rPr lang="it-IT" sz="1800" dirty="0">
                          <a:latin typeface="Poppins" panose="020B0604020202020204"/>
                        </a:rPr>
                        <a:t>Azioni</a:t>
                      </a:r>
                    </a:p>
                    <a:p>
                      <a:pPr algn="ctr"/>
                      <a:r>
                        <a:rPr lang="it-IT" sz="1800" dirty="0" err="1">
                          <a:latin typeface="Poppins" panose="020B0604020202020204"/>
                        </a:rPr>
                        <a:t>Etc</a:t>
                      </a:r>
                      <a:r>
                        <a:rPr lang="it-IT" sz="1800" dirty="0">
                          <a:latin typeface="Poppins" panose="020B0604020202020204"/>
                        </a:rPr>
                        <a:t>…</a:t>
                      </a:r>
                    </a:p>
                  </a:txBody>
                  <a:tcPr anchor="ctr"/>
                </a:tc>
                <a:extLst>
                  <a:ext uri="{0D108BD9-81ED-4DB2-BD59-A6C34878D82A}">
                    <a16:rowId xmlns:a16="http://schemas.microsoft.com/office/drawing/2014/main" val="3286280103"/>
                  </a:ext>
                </a:extLst>
              </a:tr>
              <a:tr h="953626">
                <a:tc>
                  <a:txBody>
                    <a:bodyPr/>
                    <a:lstStyle/>
                    <a:p>
                      <a:pPr marL="0" algn="ctr" defTabSz="685800" rtl="0" eaLnBrk="1" latinLnBrk="0" hangingPunct="1"/>
                      <a:r>
                        <a:rPr lang="it-IT" sz="1800" b="1" kern="1200" dirty="0">
                          <a:solidFill>
                            <a:schemeClr val="lt1"/>
                          </a:solidFill>
                          <a:latin typeface="+mn-lt"/>
                          <a:ea typeface="+mn-ea"/>
                          <a:cs typeface="+mn-cs"/>
                        </a:rPr>
                        <a:t>Mercato della Produzione</a:t>
                      </a:r>
                    </a:p>
                  </a:txBody>
                  <a:tcPr anchor="ctr">
                    <a:solidFill>
                      <a:schemeClr val="accent1"/>
                    </a:solidFill>
                  </a:tcPr>
                </a:tc>
                <a:tc>
                  <a:txBody>
                    <a:bodyPr/>
                    <a:lstStyle/>
                    <a:p>
                      <a:pPr algn="ctr"/>
                      <a:r>
                        <a:rPr lang="it-IT" sz="1800" dirty="0">
                          <a:latin typeface="Poppins" panose="020B0604020202020204"/>
                        </a:rPr>
                        <a:t>Impresa</a:t>
                      </a:r>
                    </a:p>
                  </a:txBody>
                  <a:tcPr anchor="ctr"/>
                </a:tc>
                <a:tc>
                  <a:txBody>
                    <a:bodyPr/>
                    <a:lstStyle/>
                    <a:p>
                      <a:pPr algn="ctr"/>
                      <a:r>
                        <a:rPr lang="it-IT" sz="1800" dirty="0">
                          <a:latin typeface="Poppins" panose="020B0604020202020204"/>
                        </a:rPr>
                        <a:t>Fornitori</a:t>
                      </a:r>
                    </a:p>
                  </a:txBody>
                  <a:tcPr anchor="ctr"/>
                </a:tc>
                <a:tc>
                  <a:txBody>
                    <a:bodyPr/>
                    <a:lstStyle/>
                    <a:p>
                      <a:pPr algn="ctr"/>
                      <a:r>
                        <a:rPr lang="it-IT" sz="1800" dirty="0">
                          <a:latin typeface="Poppins" panose="020B0604020202020204"/>
                        </a:rPr>
                        <a:t>Materie Prime</a:t>
                      </a:r>
                    </a:p>
                    <a:p>
                      <a:pPr algn="ctr"/>
                      <a:r>
                        <a:rPr lang="it-IT" sz="1800" dirty="0">
                          <a:latin typeface="Poppins" panose="020B0604020202020204"/>
                        </a:rPr>
                        <a:t>Semilavorati</a:t>
                      </a:r>
                    </a:p>
                    <a:p>
                      <a:pPr algn="ctr"/>
                      <a:r>
                        <a:rPr lang="it-IT" sz="1800" dirty="0" err="1">
                          <a:latin typeface="Poppins" panose="020B0604020202020204"/>
                        </a:rPr>
                        <a:t>Etc</a:t>
                      </a:r>
                      <a:r>
                        <a:rPr lang="it-IT" sz="1800" dirty="0">
                          <a:latin typeface="Poppins" panose="020B0604020202020204"/>
                        </a:rPr>
                        <a:t>…</a:t>
                      </a:r>
                    </a:p>
                  </a:txBody>
                  <a:tcPr anchor="ctr"/>
                </a:tc>
                <a:extLst>
                  <a:ext uri="{0D108BD9-81ED-4DB2-BD59-A6C34878D82A}">
                    <a16:rowId xmlns:a16="http://schemas.microsoft.com/office/drawing/2014/main" val="3377882717"/>
                  </a:ext>
                </a:extLst>
              </a:tr>
              <a:tr h="953626">
                <a:tc>
                  <a:txBody>
                    <a:bodyPr/>
                    <a:lstStyle/>
                    <a:p>
                      <a:pPr marL="0" algn="ctr" defTabSz="685800" rtl="0" eaLnBrk="1" latinLnBrk="0" hangingPunct="1"/>
                      <a:r>
                        <a:rPr lang="it-IT" sz="1800" b="1" kern="1200" dirty="0">
                          <a:solidFill>
                            <a:schemeClr val="lt1"/>
                          </a:solidFill>
                          <a:latin typeface="+mn-lt"/>
                          <a:ea typeface="+mn-ea"/>
                          <a:cs typeface="+mn-cs"/>
                        </a:rPr>
                        <a:t>Mercato di Sbocco</a:t>
                      </a:r>
                    </a:p>
                  </a:txBody>
                  <a:tcPr anchor="ctr">
                    <a:solidFill>
                      <a:schemeClr val="accent1"/>
                    </a:solidFill>
                  </a:tcPr>
                </a:tc>
                <a:tc>
                  <a:txBody>
                    <a:bodyPr/>
                    <a:lstStyle/>
                    <a:p>
                      <a:pPr algn="ctr"/>
                      <a:r>
                        <a:rPr lang="it-IT" sz="1800" dirty="0">
                          <a:latin typeface="Poppins" panose="020B0604020202020204"/>
                        </a:rPr>
                        <a:t>Clienti</a:t>
                      </a:r>
                    </a:p>
                  </a:txBody>
                  <a:tcPr anchor="ctr"/>
                </a:tc>
                <a:tc>
                  <a:txBody>
                    <a:bodyPr/>
                    <a:lstStyle/>
                    <a:p>
                      <a:pPr algn="ctr"/>
                      <a:r>
                        <a:rPr lang="it-IT" sz="1800" dirty="0">
                          <a:latin typeface="Poppins" panose="020B0604020202020204"/>
                        </a:rPr>
                        <a:t>Impresa</a:t>
                      </a:r>
                    </a:p>
                  </a:txBody>
                  <a:tcPr anchor="ctr"/>
                </a:tc>
                <a:tc>
                  <a:txBody>
                    <a:bodyPr/>
                    <a:lstStyle/>
                    <a:p>
                      <a:pPr algn="ctr"/>
                      <a:r>
                        <a:rPr lang="it-IT" sz="1800" dirty="0">
                          <a:latin typeface="Poppins" panose="020B0604020202020204"/>
                        </a:rPr>
                        <a:t>Prodotti/Servizi dell’Impresa</a:t>
                      </a:r>
                    </a:p>
                  </a:txBody>
                  <a:tcPr anchor="ctr"/>
                </a:tc>
                <a:extLst>
                  <a:ext uri="{0D108BD9-81ED-4DB2-BD59-A6C34878D82A}">
                    <a16:rowId xmlns:a16="http://schemas.microsoft.com/office/drawing/2014/main" val="3063212620"/>
                  </a:ext>
                </a:extLst>
              </a:tr>
            </a:tbl>
          </a:graphicData>
        </a:graphic>
      </p:graphicFrame>
      <p:sp>
        <p:nvSpPr>
          <p:cNvPr id="6" name="CasellaDiTesto 5">
            <a:extLst>
              <a:ext uri="{FF2B5EF4-FFF2-40B4-BE49-F238E27FC236}">
                <a16:creationId xmlns:a16="http://schemas.microsoft.com/office/drawing/2014/main" id="{85A452C9-B079-4032-BD62-9FBDAAA1EDF9}"/>
              </a:ext>
            </a:extLst>
          </p:cNvPr>
          <p:cNvSpPr txBox="1"/>
          <p:nvPr/>
        </p:nvSpPr>
        <p:spPr>
          <a:xfrm>
            <a:off x="443060" y="311085"/>
            <a:ext cx="2950589" cy="646331"/>
          </a:xfrm>
          <a:prstGeom prst="rect">
            <a:avLst/>
          </a:prstGeom>
          <a:noFill/>
        </p:spPr>
        <p:txBody>
          <a:bodyPr wrap="square" rtlCol="0">
            <a:spAutoFit/>
          </a:bodyPr>
          <a:lstStyle/>
          <a:p>
            <a:r>
              <a:rPr lang="it-IT" sz="3600" b="1" dirty="0">
                <a:latin typeface="Poppins" panose="020B0604020202020204"/>
              </a:rPr>
              <a:t>ESEMPIO</a:t>
            </a:r>
          </a:p>
        </p:txBody>
      </p:sp>
    </p:spTree>
    <p:extLst>
      <p:ext uri="{BB962C8B-B14F-4D97-AF65-F5344CB8AC3E}">
        <p14:creationId xmlns:p14="http://schemas.microsoft.com/office/powerpoint/2010/main" val="1380060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25311" y="485858"/>
            <a:ext cx="5469314" cy="564416"/>
          </a:xfrm>
          <a:prstGeom prst="rect">
            <a:avLst/>
          </a:prstGeom>
        </p:spPr>
        <p:txBody>
          <a:bodyPr vert="horz" wrap="square" lIns="0" tIns="10317" rIns="0" bIns="0" rtlCol="0" anchor="b">
            <a:spAutoFit/>
          </a:bodyPr>
          <a:lstStyle/>
          <a:p>
            <a:pPr marL="10860">
              <a:spcBef>
                <a:spcPts val="81"/>
              </a:spcBef>
            </a:pPr>
            <a:r>
              <a:rPr lang="it-IT" sz="4000" b="1" cap="none" spc="-4" dirty="0">
                <a:solidFill>
                  <a:srgbClr val="0070C0"/>
                </a:solidFill>
                <a:latin typeface="Poppins" panose="020B0604020202020204"/>
                <a:ea typeface="Calibri Light" panose="020F0302020204030204" pitchFamily="34" charset="0"/>
                <a:cs typeface="Calibri Light" panose="020F0302020204030204" pitchFamily="34" charset="0"/>
              </a:rPr>
              <a:t>IMPRESA e AMBIENTE</a:t>
            </a:r>
            <a:endParaRPr sz="4000" b="1" cap="none" spc="-9" dirty="0">
              <a:solidFill>
                <a:srgbClr val="0070C0"/>
              </a:solidFill>
              <a:latin typeface="Poppins" panose="020B0604020202020204"/>
              <a:ea typeface="Calibri Light" panose="020F0302020204030204" pitchFamily="34" charset="0"/>
              <a:cs typeface="Calibri Light" panose="020F0302020204030204" pitchFamily="34" charset="0"/>
            </a:endParaRPr>
          </a:p>
        </p:txBody>
      </p:sp>
      <p:sp>
        <p:nvSpPr>
          <p:cNvPr id="3" name="object 3"/>
          <p:cNvSpPr txBox="1"/>
          <p:nvPr/>
        </p:nvSpPr>
        <p:spPr>
          <a:xfrm>
            <a:off x="2832576" y="4005659"/>
            <a:ext cx="1284721" cy="318194"/>
          </a:xfrm>
          <a:prstGeom prst="rect">
            <a:avLst/>
          </a:prstGeom>
        </p:spPr>
        <p:txBody>
          <a:bodyPr vert="horz" wrap="square" lIns="0" tIns="10317" rIns="0" bIns="0" rtlCol="0">
            <a:spAutoFit/>
          </a:bodyPr>
          <a:lstStyle/>
          <a:p>
            <a:pPr marL="10860">
              <a:spcBef>
                <a:spcPts val="81"/>
              </a:spcBef>
            </a:pPr>
            <a:r>
              <a:rPr sz="2000" b="1" spc="-4" dirty="0">
                <a:solidFill>
                  <a:srgbClr val="009A00"/>
                </a:solidFill>
                <a:latin typeface="Poppins" panose="020B0604020202020204"/>
                <a:cs typeface="Arial"/>
              </a:rPr>
              <a:t>IMPRESA</a:t>
            </a:r>
            <a:endParaRPr sz="2000" dirty="0">
              <a:latin typeface="Poppins" panose="020B0604020202020204"/>
              <a:cs typeface="Arial"/>
            </a:endParaRPr>
          </a:p>
        </p:txBody>
      </p:sp>
      <p:sp>
        <p:nvSpPr>
          <p:cNvPr id="4" name="object 4"/>
          <p:cNvSpPr txBox="1"/>
          <p:nvPr/>
        </p:nvSpPr>
        <p:spPr>
          <a:xfrm>
            <a:off x="5308968" y="4005659"/>
            <a:ext cx="1393490" cy="318194"/>
          </a:xfrm>
          <a:prstGeom prst="rect">
            <a:avLst/>
          </a:prstGeom>
        </p:spPr>
        <p:txBody>
          <a:bodyPr vert="horz" wrap="square" lIns="0" tIns="10317" rIns="0" bIns="0" rtlCol="0">
            <a:spAutoFit/>
          </a:bodyPr>
          <a:lstStyle/>
          <a:p>
            <a:pPr marL="10860">
              <a:spcBef>
                <a:spcPts val="81"/>
              </a:spcBef>
            </a:pPr>
            <a:r>
              <a:rPr sz="2000" b="1" spc="-4" dirty="0">
                <a:solidFill>
                  <a:srgbClr val="009A00"/>
                </a:solidFill>
                <a:latin typeface="Poppins" panose="020B0604020202020204"/>
                <a:cs typeface="Arial"/>
              </a:rPr>
              <a:t>AMBIENTE</a:t>
            </a:r>
            <a:endParaRPr sz="2000" dirty="0">
              <a:latin typeface="Poppins" panose="020B0604020202020204"/>
              <a:cs typeface="Arial"/>
            </a:endParaRPr>
          </a:p>
        </p:txBody>
      </p:sp>
      <p:sp>
        <p:nvSpPr>
          <p:cNvPr id="5" name="object 5"/>
          <p:cNvSpPr/>
          <p:nvPr/>
        </p:nvSpPr>
        <p:spPr>
          <a:xfrm>
            <a:off x="3400558" y="4536488"/>
            <a:ext cx="2288715" cy="308420"/>
          </a:xfrm>
          <a:custGeom>
            <a:avLst/>
            <a:gdLst/>
            <a:ahLst/>
            <a:cxnLst/>
            <a:rect l="l" t="t" r="r" b="b"/>
            <a:pathLst>
              <a:path w="2676525" h="360679">
                <a:moveTo>
                  <a:pt x="1856994" y="334556"/>
                </a:moveTo>
                <a:lnTo>
                  <a:pt x="1856994" y="120395"/>
                </a:lnTo>
                <a:lnTo>
                  <a:pt x="1833133" y="143199"/>
                </a:lnTo>
                <a:lnTo>
                  <a:pt x="1805417" y="165198"/>
                </a:lnTo>
                <a:lnTo>
                  <a:pt x="1739046" y="206548"/>
                </a:lnTo>
                <a:lnTo>
                  <a:pt x="1700703" y="225783"/>
                </a:lnTo>
                <a:lnTo>
                  <a:pt x="1659131" y="243979"/>
                </a:lnTo>
                <a:lnTo>
                  <a:pt x="1614487" y="261080"/>
                </a:lnTo>
                <a:lnTo>
                  <a:pt x="1566927" y="277025"/>
                </a:lnTo>
                <a:lnTo>
                  <a:pt x="1516608" y="291758"/>
                </a:lnTo>
                <a:lnTo>
                  <a:pt x="1463686" y="305219"/>
                </a:lnTo>
                <a:lnTo>
                  <a:pt x="1408318" y="317351"/>
                </a:lnTo>
                <a:lnTo>
                  <a:pt x="1350661" y="328095"/>
                </a:lnTo>
                <a:lnTo>
                  <a:pt x="1290871" y="337392"/>
                </a:lnTo>
                <a:lnTo>
                  <a:pt x="1229106" y="345185"/>
                </a:lnTo>
                <a:lnTo>
                  <a:pt x="1228344" y="345185"/>
                </a:lnTo>
                <a:lnTo>
                  <a:pt x="1158291" y="336152"/>
                </a:lnTo>
                <a:lnTo>
                  <a:pt x="1091064" y="325248"/>
                </a:lnTo>
                <a:lnTo>
                  <a:pt x="1026846" y="312568"/>
                </a:lnTo>
                <a:lnTo>
                  <a:pt x="965819" y="298202"/>
                </a:lnTo>
                <a:lnTo>
                  <a:pt x="908168" y="282243"/>
                </a:lnTo>
                <a:lnTo>
                  <a:pt x="854075" y="264782"/>
                </a:lnTo>
                <a:lnTo>
                  <a:pt x="803724" y="245913"/>
                </a:lnTo>
                <a:lnTo>
                  <a:pt x="757299" y="225727"/>
                </a:lnTo>
                <a:lnTo>
                  <a:pt x="714982" y="204317"/>
                </a:lnTo>
                <a:lnTo>
                  <a:pt x="676957" y="181773"/>
                </a:lnTo>
                <a:lnTo>
                  <a:pt x="643407" y="158190"/>
                </a:lnTo>
                <a:lnTo>
                  <a:pt x="590466" y="108270"/>
                </a:lnTo>
                <a:lnTo>
                  <a:pt x="557626" y="55294"/>
                </a:lnTo>
                <a:lnTo>
                  <a:pt x="546354" y="0"/>
                </a:lnTo>
                <a:lnTo>
                  <a:pt x="0" y="0"/>
                </a:lnTo>
                <a:lnTo>
                  <a:pt x="9482" y="50953"/>
                </a:lnTo>
                <a:lnTo>
                  <a:pt x="37069" y="99723"/>
                </a:lnTo>
                <a:lnTo>
                  <a:pt x="81470" y="145818"/>
                </a:lnTo>
                <a:lnTo>
                  <a:pt x="141397" y="188750"/>
                </a:lnTo>
                <a:lnTo>
                  <a:pt x="176780" y="208876"/>
                </a:lnTo>
                <a:lnTo>
                  <a:pt x="215560" y="228028"/>
                </a:lnTo>
                <a:lnTo>
                  <a:pt x="257577" y="246143"/>
                </a:lnTo>
                <a:lnTo>
                  <a:pt x="302669" y="263161"/>
                </a:lnTo>
                <a:lnTo>
                  <a:pt x="350675" y="279021"/>
                </a:lnTo>
                <a:lnTo>
                  <a:pt x="401434" y="293661"/>
                </a:lnTo>
                <a:lnTo>
                  <a:pt x="454785" y="307020"/>
                </a:lnTo>
                <a:lnTo>
                  <a:pt x="510566" y="319037"/>
                </a:lnTo>
                <a:lnTo>
                  <a:pt x="568617" y="329650"/>
                </a:lnTo>
                <a:lnTo>
                  <a:pt x="628776" y="338798"/>
                </a:lnTo>
                <a:lnTo>
                  <a:pt x="690881" y="346421"/>
                </a:lnTo>
                <a:lnTo>
                  <a:pt x="754772" y="352456"/>
                </a:lnTo>
                <a:lnTo>
                  <a:pt x="820288" y="356843"/>
                </a:lnTo>
                <a:lnTo>
                  <a:pt x="887267" y="359520"/>
                </a:lnTo>
                <a:lnTo>
                  <a:pt x="955547" y="360425"/>
                </a:lnTo>
                <a:lnTo>
                  <a:pt x="1501902" y="360425"/>
                </a:lnTo>
                <a:lnTo>
                  <a:pt x="1565402" y="359635"/>
                </a:lnTo>
                <a:lnTo>
                  <a:pt x="1628020" y="357290"/>
                </a:lnTo>
                <a:lnTo>
                  <a:pt x="1689596" y="353434"/>
                </a:lnTo>
                <a:lnTo>
                  <a:pt x="1749971" y="348107"/>
                </a:lnTo>
                <a:lnTo>
                  <a:pt x="1808983" y="341353"/>
                </a:lnTo>
                <a:lnTo>
                  <a:pt x="1856994" y="334556"/>
                </a:lnTo>
                <a:close/>
              </a:path>
              <a:path w="2676525" h="360679">
                <a:moveTo>
                  <a:pt x="2676144" y="120395"/>
                </a:moveTo>
                <a:lnTo>
                  <a:pt x="2184654" y="0"/>
                </a:lnTo>
                <a:lnTo>
                  <a:pt x="1583436" y="120395"/>
                </a:lnTo>
                <a:lnTo>
                  <a:pt x="1856994" y="120395"/>
                </a:lnTo>
                <a:lnTo>
                  <a:pt x="1856994" y="334556"/>
                </a:lnTo>
                <a:lnTo>
                  <a:pt x="1922284" y="323730"/>
                </a:lnTo>
                <a:lnTo>
                  <a:pt x="1976251" y="312944"/>
                </a:lnTo>
                <a:lnTo>
                  <a:pt x="2028217" y="300899"/>
                </a:lnTo>
                <a:lnTo>
                  <a:pt x="2078021" y="287636"/>
                </a:lnTo>
                <a:lnTo>
                  <a:pt x="2125503" y="273197"/>
                </a:lnTo>
                <a:lnTo>
                  <a:pt x="2170504" y="257624"/>
                </a:lnTo>
                <a:lnTo>
                  <a:pt x="2212863" y="240960"/>
                </a:lnTo>
                <a:lnTo>
                  <a:pt x="2252421" y="223246"/>
                </a:lnTo>
                <a:lnTo>
                  <a:pt x="2289017" y="204523"/>
                </a:lnTo>
                <a:lnTo>
                  <a:pt x="2322491" y="184835"/>
                </a:lnTo>
                <a:lnTo>
                  <a:pt x="2379436" y="142729"/>
                </a:lnTo>
                <a:lnTo>
                  <a:pt x="2402586" y="120395"/>
                </a:lnTo>
                <a:lnTo>
                  <a:pt x="2676144" y="120395"/>
                </a:lnTo>
                <a:close/>
              </a:path>
            </a:pathLst>
          </a:custGeom>
          <a:solidFill>
            <a:srgbClr val="33CCCC"/>
          </a:solidFill>
        </p:spPr>
        <p:txBody>
          <a:bodyPr wrap="square" lIns="0" tIns="0" rIns="0" bIns="0" rtlCol="0"/>
          <a:lstStyle/>
          <a:p>
            <a:endParaRPr sz="1539"/>
          </a:p>
        </p:txBody>
      </p:sp>
      <p:sp>
        <p:nvSpPr>
          <p:cNvPr id="6" name="object 6"/>
          <p:cNvSpPr/>
          <p:nvPr/>
        </p:nvSpPr>
        <p:spPr>
          <a:xfrm>
            <a:off x="3400558" y="4536488"/>
            <a:ext cx="1284721" cy="308420"/>
          </a:xfrm>
          <a:custGeom>
            <a:avLst/>
            <a:gdLst/>
            <a:ahLst/>
            <a:cxnLst/>
            <a:rect l="l" t="t" r="r" b="b"/>
            <a:pathLst>
              <a:path w="1502410" h="360679">
                <a:moveTo>
                  <a:pt x="1501902" y="360425"/>
                </a:moveTo>
                <a:lnTo>
                  <a:pt x="1433621" y="359520"/>
                </a:lnTo>
                <a:lnTo>
                  <a:pt x="1366642" y="356843"/>
                </a:lnTo>
                <a:lnTo>
                  <a:pt x="1301126" y="352456"/>
                </a:lnTo>
                <a:lnTo>
                  <a:pt x="1237235" y="346421"/>
                </a:lnTo>
                <a:lnTo>
                  <a:pt x="1175130" y="338798"/>
                </a:lnTo>
                <a:lnTo>
                  <a:pt x="1114971" y="329650"/>
                </a:lnTo>
                <a:lnTo>
                  <a:pt x="1056920" y="319037"/>
                </a:lnTo>
                <a:lnTo>
                  <a:pt x="1001139" y="307020"/>
                </a:lnTo>
                <a:lnTo>
                  <a:pt x="947788" y="293661"/>
                </a:lnTo>
                <a:lnTo>
                  <a:pt x="897029" y="279021"/>
                </a:lnTo>
                <a:lnTo>
                  <a:pt x="849023" y="263161"/>
                </a:lnTo>
                <a:lnTo>
                  <a:pt x="803931" y="246143"/>
                </a:lnTo>
                <a:lnTo>
                  <a:pt x="761914" y="228028"/>
                </a:lnTo>
                <a:lnTo>
                  <a:pt x="723134" y="208876"/>
                </a:lnTo>
                <a:lnTo>
                  <a:pt x="687751" y="188750"/>
                </a:lnTo>
                <a:lnTo>
                  <a:pt x="655928" y="167710"/>
                </a:lnTo>
                <a:lnTo>
                  <a:pt x="603602" y="123135"/>
                </a:lnTo>
                <a:lnTo>
                  <a:pt x="567447" y="75642"/>
                </a:lnTo>
                <a:lnTo>
                  <a:pt x="548751" y="25719"/>
                </a:lnTo>
                <a:lnTo>
                  <a:pt x="546354" y="0"/>
                </a:lnTo>
                <a:lnTo>
                  <a:pt x="0" y="0"/>
                </a:lnTo>
                <a:lnTo>
                  <a:pt x="9482" y="50953"/>
                </a:lnTo>
                <a:lnTo>
                  <a:pt x="37069" y="99723"/>
                </a:lnTo>
                <a:lnTo>
                  <a:pt x="81470" y="145818"/>
                </a:lnTo>
                <a:lnTo>
                  <a:pt x="141397" y="188750"/>
                </a:lnTo>
                <a:lnTo>
                  <a:pt x="176780" y="208876"/>
                </a:lnTo>
                <a:lnTo>
                  <a:pt x="215560" y="228028"/>
                </a:lnTo>
                <a:lnTo>
                  <a:pt x="257577" y="246143"/>
                </a:lnTo>
                <a:lnTo>
                  <a:pt x="302669" y="263161"/>
                </a:lnTo>
                <a:lnTo>
                  <a:pt x="350675" y="279021"/>
                </a:lnTo>
                <a:lnTo>
                  <a:pt x="401434" y="293661"/>
                </a:lnTo>
                <a:lnTo>
                  <a:pt x="454785" y="307020"/>
                </a:lnTo>
                <a:lnTo>
                  <a:pt x="510566" y="319037"/>
                </a:lnTo>
                <a:lnTo>
                  <a:pt x="568617" y="329650"/>
                </a:lnTo>
                <a:lnTo>
                  <a:pt x="628776" y="338798"/>
                </a:lnTo>
                <a:lnTo>
                  <a:pt x="690881" y="346421"/>
                </a:lnTo>
                <a:lnTo>
                  <a:pt x="754772" y="352456"/>
                </a:lnTo>
                <a:lnTo>
                  <a:pt x="820288" y="356843"/>
                </a:lnTo>
                <a:lnTo>
                  <a:pt x="887267" y="359520"/>
                </a:lnTo>
                <a:lnTo>
                  <a:pt x="947788" y="360323"/>
                </a:lnTo>
                <a:lnTo>
                  <a:pt x="1501902" y="360425"/>
                </a:lnTo>
                <a:close/>
              </a:path>
            </a:pathLst>
          </a:custGeom>
          <a:solidFill>
            <a:srgbClr val="29A4A4"/>
          </a:solidFill>
        </p:spPr>
        <p:txBody>
          <a:bodyPr wrap="square" lIns="0" tIns="0" rIns="0" bIns="0" rtlCol="0"/>
          <a:lstStyle/>
          <a:p>
            <a:endParaRPr sz="1539"/>
          </a:p>
        </p:txBody>
      </p:sp>
      <p:sp>
        <p:nvSpPr>
          <p:cNvPr id="7" name="object 7"/>
          <p:cNvSpPr/>
          <p:nvPr/>
        </p:nvSpPr>
        <p:spPr>
          <a:xfrm>
            <a:off x="3400558" y="4536488"/>
            <a:ext cx="2288715" cy="308420"/>
          </a:xfrm>
          <a:custGeom>
            <a:avLst/>
            <a:gdLst/>
            <a:ahLst/>
            <a:cxnLst/>
            <a:rect l="l" t="t" r="r" b="b"/>
            <a:pathLst>
              <a:path w="2676525" h="360679">
                <a:moveTo>
                  <a:pt x="0" y="0"/>
                </a:moveTo>
                <a:lnTo>
                  <a:pt x="9482" y="50953"/>
                </a:lnTo>
                <a:lnTo>
                  <a:pt x="37069" y="99723"/>
                </a:lnTo>
                <a:lnTo>
                  <a:pt x="81470" y="145818"/>
                </a:lnTo>
                <a:lnTo>
                  <a:pt x="141397" y="188750"/>
                </a:lnTo>
                <a:lnTo>
                  <a:pt x="176780" y="208876"/>
                </a:lnTo>
                <a:lnTo>
                  <a:pt x="215560" y="228028"/>
                </a:lnTo>
                <a:lnTo>
                  <a:pt x="257577" y="246143"/>
                </a:lnTo>
                <a:lnTo>
                  <a:pt x="302669" y="263161"/>
                </a:lnTo>
                <a:lnTo>
                  <a:pt x="350675" y="279021"/>
                </a:lnTo>
                <a:lnTo>
                  <a:pt x="401434" y="293661"/>
                </a:lnTo>
                <a:lnTo>
                  <a:pt x="454785" y="307020"/>
                </a:lnTo>
                <a:lnTo>
                  <a:pt x="510566" y="319037"/>
                </a:lnTo>
                <a:lnTo>
                  <a:pt x="568617" y="329650"/>
                </a:lnTo>
                <a:lnTo>
                  <a:pt x="628776" y="338798"/>
                </a:lnTo>
                <a:lnTo>
                  <a:pt x="690881" y="346421"/>
                </a:lnTo>
                <a:lnTo>
                  <a:pt x="754772" y="352456"/>
                </a:lnTo>
                <a:lnTo>
                  <a:pt x="820288" y="356843"/>
                </a:lnTo>
                <a:lnTo>
                  <a:pt x="887267" y="359520"/>
                </a:lnTo>
                <a:lnTo>
                  <a:pt x="955547" y="360425"/>
                </a:lnTo>
                <a:lnTo>
                  <a:pt x="1501902" y="360425"/>
                </a:lnTo>
                <a:lnTo>
                  <a:pt x="1565402" y="359635"/>
                </a:lnTo>
                <a:lnTo>
                  <a:pt x="1628020" y="357290"/>
                </a:lnTo>
                <a:lnTo>
                  <a:pt x="1689596" y="353434"/>
                </a:lnTo>
                <a:lnTo>
                  <a:pt x="1749971" y="348107"/>
                </a:lnTo>
                <a:lnTo>
                  <a:pt x="1808983" y="341353"/>
                </a:lnTo>
                <a:lnTo>
                  <a:pt x="1866474" y="333213"/>
                </a:lnTo>
                <a:lnTo>
                  <a:pt x="1922284" y="323730"/>
                </a:lnTo>
                <a:lnTo>
                  <a:pt x="1976251" y="312944"/>
                </a:lnTo>
                <a:lnTo>
                  <a:pt x="2028217" y="300899"/>
                </a:lnTo>
                <a:lnTo>
                  <a:pt x="2078021" y="287636"/>
                </a:lnTo>
                <a:lnTo>
                  <a:pt x="2125503" y="273197"/>
                </a:lnTo>
                <a:lnTo>
                  <a:pt x="2170504" y="257624"/>
                </a:lnTo>
                <a:lnTo>
                  <a:pt x="2212863" y="240960"/>
                </a:lnTo>
                <a:lnTo>
                  <a:pt x="2252421" y="223246"/>
                </a:lnTo>
                <a:lnTo>
                  <a:pt x="2289017" y="204523"/>
                </a:lnTo>
                <a:lnTo>
                  <a:pt x="2322491" y="184835"/>
                </a:lnTo>
                <a:lnTo>
                  <a:pt x="2379436" y="142729"/>
                </a:lnTo>
                <a:lnTo>
                  <a:pt x="2402586" y="120395"/>
                </a:lnTo>
                <a:lnTo>
                  <a:pt x="2676144" y="120395"/>
                </a:lnTo>
                <a:lnTo>
                  <a:pt x="2184654" y="0"/>
                </a:lnTo>
                <a:lnTo>
                  <a:pt x="1583436" y="120395"/>
                </a:lnTo>
                <a:lnTo>
                  <a:pt x="1856994" y="120395"/>
                </a:lnTo>
                <a:lnTo>
                  <a:pt x="1833133" y="143199"/>
                </a:lnTo>
                <a:lnTo>
                  <a:pt x="1774003" y="186334"/>
                </a:lnTo>
                <a:lnTo>
                  <a:pt x="1739046" y="206548"/>
                </a:lnTo>
                <a:lnTo>
                  <a:pt x="1700703" y="225783"/>
                </a:lnTo>
                <a:lnTo>
                  <a:pt x="1659131" y="243979"/>
                </a:lnTo>
                <a:lnTo>
                  <a:pt x="1614487" y="261080"/>
                </a:lnTo>
                <a:lnTo>
                  <a:pt x="1566927" y="277025"/>
                </a:lnTo>
                <a:lnTo>
                  <a:pt x="1516608" y="291758"/>
                </a:lnTo>
                <a:lnTo>
                  <a:pt x="1463686" y="305219"/>
                </a:lnTo>
                <a:lnTo>
                  <a:pt x="1408318" y="317351"/>
                </a:lnTo>
                <a:lnTo>
                  <a:pt x="1350661" y="328095"/>
                </a:lnTo>
                <a:lnTo>
                  <a:pt x="1290871" y="337392"/>
                </a:lnTo>
                <a:lnTo>
                  <a:pt x="1229106" y="345185"/>
                </a:lnTo>
                <a:lnTo>
                  <a:pt x="1228344" y="345185"/>
                </a:lnTo>
                <a:lnTo>
                  <a:pt x="1158291" y="336152"/>
                </a:lnTo>
                <a:lnTo>
                  <a:pt x="1091064" y="325248"/>
                </a:lnTo>
                <a:lnTo>
                  <a:pt x="1026846" y="312568"/>
                </a:lnTo>
                <a:lnTo>
                  <a:pt x="965819" y="298202"/>
                </a:lnTo>
                <a:lnTo>
                  <a:pt x="908168" y="282243"/>
                </a:lnTo>
                <a:lnTo>
                  <a:pt x="854075" y="264782"/>
                </a:lnTo>
                <a:lnTo>
                  <a:pt x="803724" y="245913"/>
                </a:lnTo>
                <a:lnTo>
                  <a:pt x="757299" y="225727"/>
                </a:lnTo>
                <a:lnTo>
                  <a:pt x="714982" y="204317"/>
                </a:lnTo>
                <a:lnTo>
                  <a:pt x="676957" y="181773"/>
                </a:lnTo>
                <a:lnTo>
                  <a:pt x="643407" y="158190"/>
                </a:lnTo>
                <a:lnTo>
                  <a:pt x="590466" y="108270"/>
                </a:lnTo>
                <a:lnTo>
                  <a:pt x="557626" y="55294"/>
                </a:lnTo>
                <a:lnTo>
                  <a:pt x="546354" y="0"/>
                </a:lnTo>
                <a:lnTo>
                  <a:pt x="0" y="0"/>
                </a:lnTo>
                <a:close/>
              </a:path>
            </a:pathLst>
          </a:custGeom>
          <a:ln w="12954">
            <a:solidFill>
              <a:srgbClr val="CCCC00"/>
            </a:solidFill>
          </a:ln>
        </p:spPr>
        <p:txBody>
          <a:bodyPr wrap="square" lIns="0" tIns="0" rIns="0" bIns="0" rtlCol="0"/>
          <a:lstStyle/>
          <a:p>
            <a:endParaRPr sz="1539"/>
          </a:p>
        </p:txBody>
      </p:sp>
      <p:sp>
        <p:nvSpPr>
          <p:cNvPr id="8" name="object 8"/>
          <p:cNvSpPr/>
          <p:nvPr/>
        </p:nvSpPr>
        <p:spPr>
          <a:xfrm>
            <a:off x="4450923" y="4831659"/>
            <a:ext cx="234030" cy="13032"/>
          </a:xfrm>
          <a:custGeom>
            <a:avLst/>
            <a:gdLst/>
            <a:ahLst/>
            <a:cxnLst/>
            <a:rect l="l" t="t" r="r" b="b"/>
            <a:pathLst>
              <a:path w="273685" h="15239">
                <a:moveTo>
                  <a:pt x="273558" y="15239"/>
                </a:moveTo>
                <a:lnTo>
                  <a:pt x="217968" y="14606"/>
                </a:lnTo>
                <a:lnTo>
                  <a:pt x="162781" y="12728"/>
                </a:lnTo>
                <a:lnTo>
                  <a:pt x="108033" y="9643"/>
                </a:lnTo>
                <a:lnTo>
                  <a:pt x="53760" y="5388"/>
                </a:lnTo>
                <a:lnTo>
                  <a:pt x="0" y="0"/>
                </a:lnTo>
              </a:path>
            </a:pathLst>
          </a:custGeom>
          <a:ln w="12954">
            <a:solidFill>
              <a:srgbClr val="CCCC00"/>
            </a:solidFill>
          </a:ln>
        </p:spPr>
        <p:txBody>
          <a:bodyPr wrap="square" lIns="0" tIns="0" rIns="0" bIns="0" rtlCol="0"/>
          <a:lstStyle/>
          <a:p>
            <a:endParaRPr sz="1539"/>
          </a:p>
        </p:txBody>
      </p:sp>
      <p:sp>
        <p:nvSpPr>
          <p:cNvPr id="9" name="object 9"/>
          <p:cNvSpPr/>
          <p:nvPr/>
        </p:nvSpPr>
        <p:spPr>
          <a:xfrm>
            <a:off x="3313233" y="3552586"/>
            <a:ext cx="2289258" cy="307877"/>
          </a:xfrm>
          <a:custGeom>
            <a:avLst/>
            <a:gdLst/>
            <a:ahLst/>
            <a:cxnLst/>
            <a:rect l="l" t="t" r="r" b="b"/>
            <a:pathLst>
              <a:path w="2677159" h="360045">
                <a:moveTo>
                  <a:pt x="2676905" y="359663"/>
                </a:moveTo>
                <a:lnTo>
                  <a:pt x="2667423" y="308726"/>
                </a:lnTo>
                <a:lnTo>
                  <a:pt x="2639836" y="260001"/>
                </a:lnTo>
                <a:lnTo>
                  <a:pt x="2595435" y="213973"/>
                </a:lnTo>
                <a:lnTo>
                  <a:pt x="2535508" y="171125"/>
                </a:lnTo>
                <a:lnTo>
                  <a:pt x="2500125" y="151045"/>
                </a:lnTo>
                <a:lnTo>
                  <a:pt x="2461345" y="131942"/>
                </a:lnTo>
                <a:lnTo>
                  <a:pt x="2419328" y="113876"/>
                </a:lnTo>
                <a:lnTo>
                  <a:pt x="2374236" y="96907"/>
                </a:lnTo>
                <a:lnTo>
                  <a:pt x="2326230" y="81097"/>
                </a:lnTo>
                <a:lnTo>
                  <a:pt x="2275471" y="66505"/>
                </a:lnTo>
                <a:lnTo>
                  <a:pt x="2222120" y="53193"/>
                </a:lnTo>
                <a:lnTo>
                  <a:pt x="2166339" y="41220"/>
                </a:lnTo>
                <a:lnTo>
                  <a:pt x="2108288" y="30647"/>
                </a:lnTo>
                <a:lnTo>
                  <a:pt x="2048129" y="21534"/>
                </a:lnTo>
                <a:lnTo>
                  <a:pt x="1986024" y="13943"/>
                </a:lnTo>
                <a:lnTo>
                  <a:pt x="1922133" y="7934"/>
                </a:lnTo>
                <a:lnTo>
                  <a:pt x="1856617" y="3566"/>
                </a:lnTo>
                <a:lnTo>
                  <a:pt x="1789638" y="901"/>
                </a:lnTo>
                <a:lnTo>
                  <a:pt x="1721357" y="0"/>
                </a:lnTo>
                <a:lnTo>
                  <a:pt x="1174241" y="0"/>
                </a:lnTo>
                <a:lnTo>
                  <a:pt x="1110741" y="790"/>
                </a:lnTo>
                <a:lnTo>
                  <a:pt x="1048122" y="3135"/>
                </a:lnTo>
                <a:lnTo>
                  <a:pt x="986544" y="6991"/>
                </a:lnTo>
                <a:lnTo>
                  <a:pt x="926165" y="12318"/>
                </a:lnTo>
                <a:lnTo>
                  <a:pt x="867146" y="19072"/>
                </a:lnTo>
                <a:lnTo>
                  <a:pt x="809645" y="27212"/>
                </a:lnTo>
                <a:lnTo>
                  <a:pt x="753821" y="36695"/>
                </a:lnTo>
                <a:lnTo>
                  <a:pt x="699835" y="47481"/>
                </a:lnTo>
                <a:lnTo>
                  <a:pt x="647845" y="59526"/>
                </a:lnTo>
                <a:lnTo>
                  <a:pt x="598011" y="72789"/>
                </a:lnTo>
                <a:lnTo>
                  <a:pt x="550492" y="87228"/>
                </a:lnTo>
                <a:lnTo>
                  <a:pt x="505447" y="102801"/>
                </a:lnTo>
                <a:lnTo>
                  <a:pt x="463036" y="119465"/>
                </a:lnTo>
                <a:lnTo>
                  <a:pt x="423417" y="137179"/>
                </a:lnTo>
                <a:lnTo>
                  <a:pt x="386751" y="155902"/>
                </a:lnTo>
                <a:lnTo>
                  <a:pt x="353197" y="175590"/>
                </a:lnTo>
                <a:lnTo>
                  <a:pt x="296060" y="217696"/>
                </a:lnTo>
                <a:lnTo>
                  <a:pt x="272795" y="240030"/>
                </a:lnTo>
                <a:lnTo>
                  <a:pt x="0" y="240030"/>
                </a:lnTo>
                <a:lnTo>
                  <a:pt x="491489" y="359664"/>
                </a:lnTo>
                <a:lnTo>
                  <a:pt x="819149" y="294464"/>
                </a:lnTo>
                <a:lnTo>
                  <a:pt x="819149" y="240030"/>
                </a:lnTo>
                <a:lnTo>
                  <a:pt x="843021" y="217085"/>
                </a:lnTo>
                <a:lnTo>
                  <a:pt x="902230" y="173781"/>
                </a:lnTo>
                <a:lnTo>
                  <a:pt x="937248" y="153526"/>
                </a:lnTo>
                <a:lnTo>
                  <a:pt x="975662" y="134270"/>
                </a:lnTo>
                <a:lnTo>
                  <a:pt x="1017312" y="116066"/>
                </a:lnTo>
                <a:lnTo>
                  <a:pt x="1062037" y="98964"/>
                </a:lnTo>
                <a:lnTo>
                  <a:pt x="1109678" y="83018"/>
                </a:lnTo>
                <a:lnTo>
                  <a:pt x="1160075" y="68277"/>
                </a:lnTo>
                <a:lnTo>
                  <a:pt x="1213068" y="54795"/>
                </a:lnTo>
                <a:lnTo>
                  <a:pt x="1268497" y="42622"/>
                </a:lnTo>
                <a:lnTo>
                  <a:pt x="1326202" y="31810"/>
                </a:lnTo>
                <a:lnTo>
                  <a:pt x="1386023" y="22412"/>
                </a:lnTo>
                <a:lnTo>
                  <a:pt x="1447799" y="14478"/>
                </a:lnTo>
                <a:lnTo>
                  <a:pt x="1517979" y="23511"/>
                </a:lnTo>
                <a:lnTo>
                  <a:pt x="1585317" y="34415"/>
                </a:lnTo>
                <a:lnTo>
                  <a:pt x="1649634" y="47095"/>
                </a:lnTo>
                <a:lnTo>
                  <a:pt x="1710745" y="61461"/>
                </a:lnTo>
                <a:lnTo>
                  <a:pt x="1768469" y="77420"/>
                </a:lnTo>
                <a:lnTo>
                  <a:pt x="1822623" y="94881"/>
                </a:lnTo>
                <a:lnTo>
                  <a:pt x="1873026" y="113750"/>
                </a:lnTo>
                <a:lnTo>
                  <a:pt x="1919493" y="133936"/>
                </a:lnTo>
                <a:lnTo>
                  <a:pt x="1961844" y="155346"/>
                </a:lnTo>
                <a:lnTo>
                  <a:pt x="1999895" y="177890"/>
                </a:lnTo>
                <a:lnTo>
                  <a:pt x="2033465" y="201473"/>
                </a:lnTo>
                <a:lnTo>
                  <a:pt x="2086429" y="251393"/>
                </a:lnTo>
                <a:lnTo>
                  <a:pt x="2119278" y="304369"/>
                </a:lnTo>
                <a:lnTo>
                  <a:pt x="2130551" y="359663"/>
                </a:lnTo>
                <a:lnTo>
                  <a:pt x="2676905" y="359663"/>
                </a:lnTo>
                <a:close/>
              </a:path>
              <a:path w="2677159" h="360045">
                <a:moveTo>
                  <a:pt x="1092707" y="240029"/>
                </a:moveTo>
                <a:lnTo>
                  <a:pt x="819149" y="240030"/>
                </a:lnTo>
                <a:lnTo>
                  <a:pt x="819149" y="294464"/>
                </a:lnTo>
                <a:lnTo>
                  <a:pt x="1092707" y="240029"/>
                </a:lnTo>
                <a:close/>
              </a:path>
            </a:pathLst>
          </a:custGeom>
          <a:solidFill>
            <a:srgbClr val="008080"/>
          </a:solidFill>
        </p:spPr>
        <p:txBody>
          <a:bodyPr wrap="square" lIns="0" tIns="0" rIns="0" bIns="0" rtlCol="0"/>
          <a:lstStyle/>
          <a:p>
            <a:endParaRPr sz="1539"/>
          </a:p>
        </p:txBody>
      </p:sp>
      <p:sp>
        <p:nvSpPr>
          <p:cNvPr id="10" name="object 10"/>
          <p:cNvSpPr/>
          <p:nvPr/>
        </p:nvSpPr>
        <p:spPr>
          <a:xfrm>
            <a:off x="4317336" y="3552586"/>
            <a:ext cx="1285264" cy="307877"/>
          </a:xfrm>
          <a:custGeom>
            <a:avLst/>
            <a:gdLst/>
            <a:ahLst/>
            <a:cxnLst/>
            <a:rect l="l" t="t" r="r" b="b"/>
            <a:pathLst>
              <a:path w="1503045" h="360045">
                <a:moveTo>
                  <a:pt x="1502664" y="359663"/>
                </a:moveTo>
                <a:lnTo>
                  <a:pt x="1493181" y="308726"/>
                </a:lnTo>
                <a:lnTo>
                  <a:pt x="1465594" y="260001"/>
                </a:lnTo>
                <a:lnTo>
                  <a:pt x="1421193" y="213973"/>
                </a:lnTo>
                <a:lnTo>
                  <a:pt x="1361266" y="171125"/>
                </a:lnTo>
                <a:lnTo>
                  <a:pt x="1325883" y="151045"/>
                </a:lnTo>
                <a:lnTo>
                  <a:pt x="1287103" y="131942"/>
                </a:lnTo>
                <a:lnTo>
                  <a:pt x="1245086" y="113876"/>
                </a:lnTo>
                <a:lnTo>
                  <a:pt x="1199994" y="96907"/>
                </a:lnTo>
                <a:lnTo>
                  <a:pt x="1151988" y="81097"/>
                </a:lnTo>
                <a:lnTo>
                  <a:pt x="1101229" y="66505"/>
                </a:lnTo>
                <a:lnTo>
                  <a:pt x="1047878" y="53193"/>
                </a:lnTo>
                <a:lnTo>
                  <a:pt x="992097" y="41220"/>
                </a:lnTo>
                <a:lnTo>
                  <a:pt x="934046" y="30647"/>
                </a:lnTo>
                <a:lnTo>
                  <a:pt x="873887" y="21534"/>
                </a:lnTo>
                <a:lnTo>
                  <a:pt x="811782" y="13943"/>
                </a:lnTo>
                <a:lnTo>
                  <a:pt x="747891" y="7934"/>
                </a:lnTo>
                <a:lnTo>
                  <a:pt x="682375" y="3566"/>
                </a:lnTo>
                <a:lnTo>
                  <a:pt x="615396" y="901"/>
                </a:lnTo>
                <a:lnTo>
                  <a:pt x="554371" y="95"/>
                </a:lnTo>
                <a:lnTo>
                  <a:pt x="0" y="0"/>
                </a:lnTo>
                <a:lnTo>
                  <a:pt x="68285" y="901"/>
                </a:lnTo>
                <a:lnTo>
                  <a:pt x="135276" y="3566"/>
                </a:lnTo>
                <a:lnTo>
                  <a:pt x="200810" y="7934"/>
                </a:lnTo>
                <a:lnTo>
                  <a:pt x="264727" y="13943"/>
                </a:lnTo>
                <a:lnTo>
                  <a:pt x="326864" y="21534"/>
                </a:lnTo>
                <a:lnTo>
                  <a:pt x="387059" y="30647"/>
                </a:lnTo>
                <a:lnTo>
                  <a:pt x="445149" y="41220"/>
                </a:lnTo>
                <a:lnTo>
                  <a:pt x="500974" y="53193"/>
                </a:lnTo>
                <a:lnTo>
                  <a:pt x="554371" y="66505"/>
                </a:lnTo>
                <a:lnTo>
                  <a:pt x="605179" y="81097"/>
                </a:lnTo>
                <a:lnTo>
                  <a:pt x="653234" y="96907"/>
                </a:lnTo>
                <a:lnTo>
                  <a:pt x="698376" y="113876"/>
                </a:lnTo>
                <a:lnTo>
                  <a:pt x="740442" y="131942"/>
                </a:lnTo>
                <a:lnTo>
                  <a:pt x="779270" y="151045"/>
                </a:lnTo>
                <a:lnTo>
                  <a:pt x="814699" y="171125"/>
                </a:lnTo>
                <a:lnTo>
                  <a:pt x="846566" y="192121"/>
                </a:lnTo>
                <a:lnTo>
                  <a:pt x="898968" y="236620"/>
                </a:lnTo>
                <a:lnTo>
                  <a:pt x="935181" y="284057"/>
                </a:lnTo>
                <a:lnTo>
                  <a:pt x="953908" y="333949"/>
                </a:lnTo>
                <a:lnTo>
                  <a:pt x="956309" y="359663"/>
                </a:lnTo>
                <a:lnTo>
                  <a:pt x="1502664" y="359663"/>
                </a:lnTo>
                <a:close/>
              </a:path>
            </a:pathLst>
          </a:custGeom>
          <a:solidFill>
            <a:srgbClr val="006767"/>
          </a:solidFill>
        </p:spPr>
        <p:txBody>
          <a:bodyPr wrap="square" lIns="0" tIns="0" rIns="0" bIns="0" rtlCol="0"/>
          <a:lstStyle/>
          <a:p>
            <a:endParaRPr sz="1539"/>
          </a:p>
        </p:txBody>
      </p:sp>
      <p:sp>
        <p:nvSpPr>
          <p:cNvPr id="11" name="object 11"/>
          <p:cNvSpPr/>
          <p:nvPr/>
        </p:nvSpPr>
        <p:spPr>
          <a:xfrm>
            <a:off x="3313233" y="3552586"/>
            <a:ext cx="2289258" cy="307877"/>
          </a:xfrm>
          <a:custGeom>
            <a:avLst/>
            <a:gdLst/>
            <a:ahLst/>
            <a:cxnLst/>
            <a:rect l="l" t="t" r="r" b="b"/>
            <a:pathLst>
              <a:path w="2677159" h="360045">
                <a:moveTo>
                  <a:pt x="2676905" y="359663"/>
                </a:moveTo>
                <a:lnTo>
                  <a:pt x="2667423" y="308726"/>
                </a:lnTo>
                <a:lnTo>
                  <a:pt x="2639836" y="260001"/>
                </a:lnTo>
                <a:lnTo>
                  <a:pt x="2595435" y="213973"/>
                </a:lnTo>
                <a:lnTo>
                  <a:pt x="2535508" y="171125"/>
                </a:lnTo>
                <a:lnTo>
                  <a:pt x="2500125" y="151045"/>
                </a:lnTo>
                <a:lnTo>
                  <a:pt x="2461345" y="131942"/>
                </a:lnTo>
                <a:lnTo>
                  <a:pt x="2419328" y="113876"/>
                </a:lnTo>
                <a:lnTo>
                  <a:pt x="2374236" y="96907"/>
                </a:lnTo>
                <a:lnTo>
                  <a:pt x="2326230" y="81097"/>
                </a:lnTo>
                <a:lnTo>
                  <a:pt x="2275471" y="66505"/>
                </a:lnTo>
                <a:lnTo>
                  <a:pt x="2222120" y="53193"/>
                </a:lnTo>
                <a:lnTo>
                  <a:pt x="2166339" y="41220"/>
                </a:lnTo>
                <a:lnTo>
                  <a:pt x="2108288" y="30647"/>
                </a:lnTo>
                <a:lnTo>
                  <a:pt x="2048129" y="21534"/>
                </a:lnTo>
                <a:lnTo>
                  <a:pt x="1986024" y="13943"/>
                </a:lnTo>
                <a:lnTo>
                  <a:pt x="1922133" y="7934"/>
                </a:lnTo>
                <a:lnTo>
                  <a:pt x="1856617" y="3566"/>
                </a:lnTo>
                <a:lnTo>
                  <a:pt x="1789638" y="901"/>
                </a:lnTo>
                <a:lnTo>
                  <a:pt x="1721357" y="0"/>
                </a:lnTo>
                <a:lnTo>
                  <a:pt x="1174241" y="0"/>
                </a:lnTo>
                <a:lnTo>
                  <a:pt x="1110741" y="790"/>
                </a:lnTo>
                <a:lnTo>
                  <a:pt x="1048122" y="3135"/>
                </a:lnTo>
                <a:lnTo>
                  <a:pt x="986544" y="6991"/>
                </a:lnTo>
                <a:lnTo>
                  <a:pt x="926165" y="12318"/>
                </a:lnTo>
                <a:lnTo>
                  <a:pt x="867146" y="19072"/>
                </a:lnTo>
                <a:lnTo>
                  <a:pt x="809645" y="27212"/>
                </a:lnTo>
                <a:lnTo>
                  <a:pt x="753821" y="36695"/>
                </a:lnTo>
                <a:lnTo>
                  <a:pt x="699835" y="47481"/>
                </a:lnTo>
                <a:lnTo>
                  <a:pt x="647845" y="59526"/>
                </a:lnTo>
                <a:lnTo>
                  <a:pt x="598011" y="72789"/>
                </a:lnTo>
                <a:lnTo>
                  <a:pt x="550492" y="87228"/>
                </a:lnTo>
                <a:lnTo>
                  <a:pt x="505447" y="102801"/>
                </a:lnTo>
                <a:lnTo>
                  <a:pt x="463036" y="119465"/>
                </a:lnTo>
                <a:lnTo>
                  <a:pt x="423417" y="137179"/>
                </a:lnTo>
                <a:lnTo>
                  <a:pt x="386751" y="155902"/>
                </a:lnTo>
                <a:lnTo>
                  <a:pt x="353197" y="175590"/>
                </a:lnTo>
                <a:lnTo>
                  <a:pt x="296060" y="217696"/>
                </a:lnTo>
                <a:lnTo>
                  <a:pt x="272795" y="240030"/>
                </a:lnTo>
                <a:lnTo>
                  <a:pt x="0" y="240030"/>
                </a:lnTo>
                <a:lnTo>
                  <a:pt x="491489" y="359664"/>
                </a:lnTo>
                <a:lnTo>
                  <a:pt x="1092707" y="240029"/>
                </a:lnTo>
                <a:lnTo>
                  <a:pt x="819149" y="240030"/>
                </a:lnTo>
                <a:lnTo>
                  <a:pt x="843021" y="217085"/>
                </a:lnTo>
                <a:lnTo>
                  <a:pt x="902230" y="173781"/>
                </a:lnTo>
                <a:lnTo>
                  <a:pt x="937248" y="153526"/>
                </a:lnTo>
                <a:lnTo>
                  <a:pt x="975662" y="134270"/>
                </a:lnTo>
                <a:lnTo>
                  <a:pt x="1017312" y="116066"/>
                </a:lnTo>
                <a:lnTo>
                  <a:pt x="1062037" y="98964"/>
                </a:lnTo>
                <a:lnTo>
                  <a:pt x="1109678" y="83018"/>
                </a:lnTo>
                <a:lnTo>
                  <a:pt x="1160075" y="68277"/>
                </a:lnTo>
                <a:lnTo>
                  <a:pt x="1213068" y="54795"/>
                </a:lnTo>
                <a:lnTo>
                  <a:pt x="1268497" y="42622"/>
                </a:lnTo>
                <a:lnTo>
                  <a:pt x="1326202" y="31810"/>
                </a:lnTo>
                <a:lnTo>
                  <a:pt x="1386023" y="22412"/>
                </a:lnTo>
                <a:lnTo>
                  <a:pt x="1447799" y="14478"/>
                </a:lnTo>
                <a:lnTo>
                  <a:pt x="1517979" y="23511"/>
                </a:lnTo>
                <a:lnTo>
                  <a:pt x="1585317" y="34415"/>
                </a:lnTo>
                <a:lnTo>
                  <a:pt x="1649634" y="47095"/>
                </a:lnTo>
                <a:lnTo>
                  <a:pt x="1710745" y="61461"/>
                </a:lnTo>
                <a:lnTo>
                  <a:pt x="1768469" y="77420"/>
                </a:lnTo>
                <a:lnTo>
                  <a:pt x="1822623" y="94881"/>
                </a:lnTo>
                <a:lnTo>
                  <a:pt x="1873026" y="113750"/>
                </a:lnTo>
                <a:lnTo>
                  <a:pt x="1919493" y="133936"/>
                </a:lnTo>
                <a:lnTo>
                  <a:pt x="1961844" y="155346"/>
                </a:lnTo>
                <a:lnTo>
                  <a:pt x="1999895" y="177890"/>
                </a:lnTo>
                <a:lnTo>
                  <a:pt x="2033465" y="201473"/>
                </a:lnTo>
                <a:lnTo>
                  <a:pt x="2086429" y="251393"/>
                </a:lnTo>
                <a:lnTo>
                  <a:pt x="2119278" y="304369"/>
                </a:lnTo>
                <a:lnTo>
                  <a:pt x="2130551" y="359663"/>
                </a:lnTo>
                <a:lnTo>
                  <a:pt x="2676905" y="359663"/>
                </a:lnTo>
                <a:close/>
              </a:path>
            </a:pathLst>
          </a:custGeom>
          <a:ln w="12954">
            <a:solidFill>
              <a:srgbClr val="CCCC00"/>
            </a:solidFill>
          </a:ln>
        </p:spPr>
        <p:txBody>
          <a:bodyPr wrap="square" lIns="0" tIns="0" rIns="0" bIns="0" rtlCol="0"/>
          <a:lstStyle/>
          <a:p>
            <a:endParaRPr sz="1539"/>
          </a:p>
        </p:txBody>
      </p:sp>
      <p:sp>
        <p:nvSpPr>
          <p:cNvPr id="12" name="object 12"/>
          <p:cNvSpPr/>
          <p:nvPr/>
        </p:nvSpPr>
        <p:spPr>
          <a:xfrm>
            <a:off x="4317336" y="3552585"/>
            <a:ext cx="234030" cy="12488"/>
          </a:xfrm>
          <a:custGeom>
            <a:avLst/>
            <a:gdLst/>
            <a:ahLst/>
            <a:cxnLst/>
            <a:rect l="l" t="t" r="r" b="b"/>
            <a:pathLst>
              <a:path w="273685" h="14604">
                <a:moveTo>
                  <a:pt x="0" y="0"/>
                </a:moveTo>
                <a:lnTo>
                  <a:pt x="55662" y="554"/>
                </a:lnTo>
                <a:lnTo>
                  <a:pt x="110995" y="2243"/>
                </a:lnTo>
                <a:lnTo>
                  <a:pt x="165853" y="5102"/>
                </a:lnTo>
                <a:lnTo>
                  <a:pt x="220089" y="9168"/>
                </a:lnTo>
                <a:lnTo>
                  <a:pt x="273558" y="14477"/>
                </a:lnTo>
              </a:path>
            </a:pathLst>
          </a:custGeom>
          <a:ln w="12954">
            <a:solidFill>
              <a:srgbClr val="CCCC00"/>
            </a:solidFill>
          </a:ln>
        </p:spPr>
        <p:txBody>
          <a:bodyPr wrap="square" lIns="0" tIns="0" rIns="0" bIns="0" rtlCol="0"/>
          <a:lstStyle/>
          <a:p>
            <a:endParaRPr sz="1539"/>
          </a:p>
        </p:txBody>
      </p:sp>
      <p:sp>
        <p:nvSpPr>
          <p:cNvPr id="13" name="object 13"/>
          <p:cNvSpPr txBox="1"/>
          <p:nvPr/>
        </p:nvSpPr>
        <p:spPr>
          <a:xfrm>
            <a:off x="1266813" y="1468512"/>
            <a:ext cx="6836280" cy="1303628"/>
          </a:xfrm>
          <a:prstGeom prst="rect">
            <a:avLst/>
          </a:prstGeom>
        </p:spPr>
        <p:txBody>
          <a:bodyPr vert="horz" wrap="square" lIns="0" tIns="10860" rIns="0" bIns="0" rtlCol="0">
            <a:spAutoFit/>
          </a:bodyPr>
          <a:lstStyle/>
          <a:p>
            <a:pPr marL="10860" marR="4344" algn="just">
              <a:spcBef>
                <a:spcPts val="86"/>
              </a:spcBef>
            </a:pPr>
            <a:r>
              <a:rPr sz="2800" dirty="0">
                <a:solidFill>
                  <a:srgbClr val="0070C0"/>
                </a:solidFill>
                <a:latin typeface="Poppins" panose="020B0604020202020204"/>
                <a:ea typeface="Calibri" panose="020F0502020204030204" pitchFamily="34" charset="0"/>
                <a:cs typeface="Calibri" panose="020F0502020204030204" pitchFamily="34" charset="0"/>
              </a:rPr>
              <a:t>L’impresa, </a:t>
            </a:r>
            <a:r>
              <a:rPr sz="2800" spc="-4" dirty="0">
                <a:solidFill>
                  <a:srgbClr val="0070C0"/>
                </a:solidFill>
                <a:latin typeface="Poppins" panose="020B0604020202020204"/>
                <a:ea typeface="Calibri" panose="020F0502020204030204" pitchFamily="34" charset="0"/>
                <a:cs typeface="Calibri" panose="020F0502020204030204" pitchFamily="34" charset="0"/>
              </a:rPr>
              <a:t>cellula </a:t>
            </a:r>
            <a:r>
              <a:rPr sz="2800" dirty="0">
                <a:solidFill>
                  <a:srgbClr val="0070C0"/>
                </a:solidFill>
                <a:latin typeface="Poppins" panose="020B0604020202020204"/>
                <a:ea typeface="Calibri" panose="020F0502020204030204" pitchFamily="34" charset="0"/>
                <a:cs typeface="Calibri" panose="020F0502020204030204" pitchFamily="34" charset="0"/>
              </a:rPr>
              <a:t>fondamentale del </a:t>
            </a:r>
            <a:r>
              <a:rPr sz="2800" spc="-4" dirty="0">
                <a:solidFill>
                  <a:srgbClr val="0070C0"/>
                </a:solidFill>
                <a:latin typeface="Poppins" panose="020B0604020202020204"/>
                <a:ea typeface="Calibri" panose="020F0502020204030204" pitchFamily="34" charset="0"/>
                <a:cs typeface="Calibri" panose="020F0502020204030204" pitchFamily="34" charset="0"/>
              </a:rPr>
              <a:t>sistema  economico-produttivo, </a:t>
            </a:r>
            <a:r>
              <a:rPr sz="2800" dirty="0">
                <a:solidFill>
                  <a:srgbClr val="0070C0"/>
                </a:solidFill>
                <a:latin typeface="Poppins" panose="020B0604020202020204"/>
                <a:ea typeface="Calibri" panose="020F0502020204030204" pitchFamily="34" charset="0"/>
                <a:cs typeface="Calibri" panose="020F0502020204030204" pitchFamily="34" charset="0"/>
              </a:rPr>
              <a:t>opera </a:t>
            </a:r>
            <a:r>
              <a:rPr sz="2800" spc="-4" dirty="0">
                <a:solidFill>
                  <a:srgbClr val="0070C0"/>
                </a:solidFill>
                <a:latin typeface="Poppins" panose="020B0604020202020204"/>
                <a:ea typeface="Calibri" panose="020F0502020204030204" pitchFamily="34" charset="0"/>
                <a:cs typeface="Calibri" panose="020F0502020204030204" pitchFamily="34" charset="0"/>
              </a:rPr>
              <a:t>all’interno </a:t>
            </a:r>
            <a:r>
              <a:rPr sz="2800" dirty="0">
                <a:solidFill>
                  <a:srgbClr val="0070C0"/>
                </a:solidFill>
                <a:latin typeface="Poppins" panose="020B0604020202020204"/>
                <a:ea typeface="Calibri" panose="020F0502020204030204" pitchFamily="34" charset="0"/>
                <a:cs typeface="Calibri" panose="020F0502020204030204" pitchFamily="34" charset="0"/>
              </a:rPr>
              <a:t>di un  </a:t>
            </a:r>
            <a:r>
              <a:rPr sz="2800" b="1" dirty="0">
                <a:solidFill>
                  <a:srgbClr val="0070C0"/>
                </a:solidFill>
                <a:uFill>
                  <a:solidFill>
                    <a:srgbClr val="009A9A"/>
                  </a:solidFill>
                </a:uFill>
                <a:latin typeface="Poppins" panose="020B0604020202020204"/>
                <a:ea typeface="Calibri" panose="020F0502020204030204" pitchFamily="34" charset="0"/>
                <a:cs typeface="Calibri" panose="020F0502020204030204" pitchFamily="34" charset="0"/>
              </a:rPr>
              <a:t>ambiente</a:t>
            </a:r>
            <a:r>
              <a:rPr sz="2800" dirty="0">
                <a:solidFill>
                  <a:srgbClr val="0070C0"/>
                </a:solidFill>
                <a:latin typeface="Poppins" panose="020B0604020202020204"/>
                <a:ea typeface="Calibri" panose="020F0502020204030204" pitchFamily="34" charset="0"/>
                <a:cs typeface="Calibri" panose="020F0502020204030204" pitchFamily="34" charset="0"/>
              </a:rPr>
              <a:t> più </a:t>
            </a:r>
            <a:r>
              <a:rPr sz="2800" spc="-4" dirty="0">
                <a:solidFill>
                  <a:srgbClr val="0070C0"/>
                </a:solidFill>
                <a:latin typeface="Poppins" panose="020B0604020202020204"/>
                <a:ea typeface="Calibri" panose="020F0502020204030204" pitchFamily="34" charset="0"/>
                <a:cs typeface="Calibri" panose="020F0502020204030204" pitchFamily="34" charset="0"/>
              </a:rPr>
              <a:t>vasto con cui scambia</a:t>
            </a:r>
            <a:r>
              <a:rPr sz="2800" spc="-13" dirty="0">
                <a:solidFill>
                  <a:srgbClr val="0070C0"/>
                </a:solidFill>
                <a:latin typeface="Poppins" panose="020B0604020202020204"/>
                <a:ea typeface="Calibri" panose="020F0502020204030204" pitchFamily="34" charset="0"/>
                <a:cs typeface="Calibri" panose="020F0502020204030204" pitchFamily="34" charset="0"/>
              </a:rPr>
              <a:t> </a:t>
            </a:r>
            <a:r>
              <a:rPr sz="2800" spc="-4" dirty="0">
                <a:solidFill>
                  <a:srgbClr val="0070C0"/>
                </a:solidFill>
                <a:latin typeface="Poppins" panose="020B0604020202020204"/>
                <a:ea typeface="Calibri" panose="020F0502020204030204" pitchFamily="34" charset="0"/>
                <a:cs typeface="Calibri" panose="020F0502020204030204" pitchFamily="34" charset="0"/>
              </a:rPr>
              <a:t>risorse</a:t>
            </a:r>
            <a:endParaRPr sz="2800" dirty="0">
              <a:solidFill>
                <a:srgbClr val="0070C0"/>
              </a:solidFill>
              <a:latin typeface="Poppins" panose="020B0604020202020204"/>
              <a:ea typeface="Calibri" panose="020F0502020204030204" pitchFamily="34" charset="0"/>
              <a:cs typeface="Calibri" panose="020F0502020204030204" pitchFamily="34" charset="0"/>
            </a:endParaRPr>
          </a:p>
        </p:txBody>
      </p:sp>
      <p:sp>
        <p:nvSpPr>
          <p:cNvPr id="14" name="object 14"/>
          <p:cNvSpPr txBox="1"/>
          <p:nvPr/>
        </p:nvSpPr>
        <p:spPr>
          <a:xfrm>
            <a:off x="1126775" y="5403474"/>
            <a:ext cx="6836280" cy="747834"/>
          </a:xfrm>
          <a:prstGeom prst="rect">
            <a:avLst/>
          </a:prstGeom>
        </p:spPr>
        <p:txBody>
          <a:bodyPr vert="horz" wrap="square" lIns="0" tIns="10860" rIns="0" bIns="0" rtlCol="0">
            <a:spAutoFit/>
          </a:bodyPr>
          <a:lstStyle/>
          <a:p>
            <a:pPr marL="10860" marR="4344" algn="just">
              <a:spcBef>
                <a:spcPts val="86"/>
              </a:spcBef>
            </a:pPr>
            <a:r>
              <a:rPr sz="2400" dirty="0">
                <a:solidFill>
                  <a:srgbClr val="0070C0"/>
                </a:solidFill>
                <a:latin typeface="Poppins" panose="020B0604020202020204"/>
                <a:ea typeface="Calibri" panose="020F0502020204030204" pitchFamily="34" charset="0"/>
                <a:cs typeface="Calibri" panose="020F0502020204030204" pitchFamily="34" charset="0"/>
              </a:rPr>
              <a:t>Tale </a:t>
            </a:r>
            <a:r>
              <a:rPr sz="2400" spc="-4" dirty="0">
                <a:solidFill>
                  <a:srgbClr val="0070C0"/>
                </a:solidFill>
                <a:latin typeface="Poppins" panose="020B0604020202020204"/>
                <a:ea typeface="Calibri" panose="020F0502020204030204" pitchFamily="34" charset="0"/>
                <a:cs typeface="Calibri" panose="020F0502020204030204" pitchFamily="34" charset="0"/>
              </a:rPr>
              <a:t>ambiente </a:t>
            </a:r>
            <a:r>
              <a:rPr sz="2400" dirty="0">
                <a:solidFill>
                  <a:srgbClr val="0070C0"/>
                </a:solidFill>
                <a:latin typeface="Poppins" panose="020B0604020202020204"/>
                <a:ea typeface="Calibri" panose="020F0502020204030204" pitchFamily="34" charset="0"/>
                <a:cs typeface="Calibri" panose="020F0502020204030204" pitchFamily="34" charset="0"/>
              </a:rPr>
              <a:t>può </a:t>
            </a:r>
            <a:r>
              <a:rPr sz="2400" spc="-4" dirty="0">
                <a:solidFill>
                  <a:srgbClr val="0070C0"/>
                </a:solidFill>
                <a:latin typeface="Poppins" panose="020B0604020202020204"/>
                <a:ea typeface="Calibri" panose="020F0502020204030204" pitchFamily="34" charset="0"/>
                <a:cs typeface="Calibri" panose="020F0502020204030204" pitchFamily="34" charset="0"/>
              </a:rPr>
              <a:t>essere convenzionalmente  suddiviso </a:t>
            </a:r>
            <a:r>
              <a:rPr sz="2400" dirty="0">
                <a:solidFill>
                  <a:srgbClr val="0070C0"/>
                </a:solidFill>
                <a:latin typeface="Poppins" panose="020B0604020202020204"/>
                <a:ea typeface="Calibri" panose="020F0502020204030204" pitchFamily="34" charset="0"/>
                <a:cs typeface="Calibri" panose="020F0502020204030204" pitchFamily="34" charset="0"/>
              </a:rPr>
              <a:t>in </a:t>
            </a:r>
            <a:r>
              <a:rPr sz="2400" b="1" spc="-4" dirty="0">
                <a:solidFill>
                  <a:srgbClr val="0070C0"/>
                </a:solidFill>
                <a:latin typeface="Poppins" panose="020B0604020202020204"/>
                <a:ea typeface="Calibri" panose="020F0502020204030204" pitchFamily="34" charset="0"/>
                <a:cs typeface="Calibri" panose="020F0502020204030204" pitchFamily="34" charset="0"/>
              </a:rPr>
              <a:t>micro-ambiente </a:t>
            </a:r>
            <a:r>
              <a:rPr sz="2400" dirty="0">
                <a:solidFill>
                  <a:srgbClr val="0070C0"/>
                </a:solidFill>
                <a:latin typeface="Poppins" panose="020B0604020202020204"/>
                <a:ea typeface="Calibri" panose="020F0502020204030204" pitchFamily="34" charset="0"/>
                <a:cs typeface="Calibri" panose="020F0502020204030204" pitchFamily="34" charset="0"/>
              </a:rPr>
              <a:t>e</a:t>
            </a:r>
            <a:r>
              <a:rPr sz="2400" spc="-30" dirty="0">
                <a:solidFill>
                  <a:srgbClr val="0070C0"/>
                </a:solidFill>
                <a:latin typeface="Poppins" panose="020B0604020202020204"/>
                <a:ea typeface="Calibri" panose="020F0502020204030204" pitchFamily="34" charset="0"/>
                <a:cs typeface="Calibri" panose="020F0502020204030204" pitchFamily="34" charset="0"/>
              </a:rPr>
              <a:t> </a:t>
            </a:r>
            <a:r>
              <a:rPr sz="2400" b="1" dirty="0">
                <a:solidFill>
                  <a:srgbClr val="0070C0"/>
                </a:solidFill>
                <a:latin typeface="Poppins" panose="020B0604020202020204"/>
                <a:ea typeface="Calibri" panose="020F0502020204030204" pitchFamily="34" charset="0"/>
                <a:cs typeface="Calibri" panose="020F0502020204030204" pitchFamily="34" charset="0"/>
              </a:rPr>
              <a:t>macro-ambiente</a:t>
            </a:r>
          </a:p>
        </p:txBody>
      </p:sp>
    </p:spTree>
    <p:extLst>
      <p:ext uri="{BB962C8B-B14F-4D97-AF65-F5344CB8AC3E}">
        <p14:creationId xmlns:p14="http://schemas.microsoft.com/office/powerpoint/2010/main" val="2280772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magine 3">
            <a:extLst>
              <a:ext uri="{FF2B5EF4-FFF2-40B4-BE49-F238E27FC236}">
                <a16:creationId xmlns:a16="http://schemas.microsoft.com/office/drawing/2014/main" id="{DEF7A5E2-419B-EB48-956A-5487E19CE6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9991" y="399319"/>
            <a:ext cx="7008779" cy="4529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 Box 6">
            <a:extLst>
              <a:ext uri="{FF2B5EF4-FFF2-40B4-BE49-F238E27FC236}">
                <a16:creationId xmlns:a16="http://schemas.microsoft.com/office/drawing/2014/main" id="{722D5E93-DA37-1F49-BA04-C68BAE380B17}"/>
              </a:ext>
            </a:extLst>
          </p:cNvPr>
          <p:cNvSpPr txBox="1">
            <a:spLocks noChangeArrowheads="1"/>
          </p:cNvSpPr>
          <p:nvPr/>
        </p:nvSpPr>
        <p:spPr bwMode="auto">
          <a:xfrm>
            <a:off x="527900" y="5047781"/>
            <a:ext cx="84582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Micro-ambiente</a:t>
            </a:r>
            <a:r>
              <a:rPr lang="it-IT" altLang="it-IT" sz="1800" b="0" dirty="0">
                <a:solidFill>
                  <a:srgbClr val="000000"/>
                </a:solidFill>
                <a:latin typeface="Poppins" panose="020B0604020202020204"/>
                <a:ea typeface="Calibri" panose="020F0502020204030204" pitchFamily="34" charset="0"/>
                <a:cs typeface="Calibri" panose="020F0502020204030204" pitchFamily="34" charset="0"/>
              </a:rPr>
              <a:t>, (che nella figura è rappresentato dalla area più interna) definito dai mercati con cui si realizzano relazioni di scambio di risorse o di tipo competitivo</a:t>
            </a:r>
          </a:p>
          <a:p>
            <a:pPr>
              <a:spcBef>
                <a:spcPts val="300"/>
              </a:spcBef>
              <a:buClr>
                <a:srgbClr val="000000"/>
              </a:buClr>
              <a:buSzPct val="100000"/>
            </a:pP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Macro-ambiente</a:t>
            </a:r>
            <a:r>
              <a:rPr lang="it-IT" altLang="it-IT" sz="1800" b="0" dirty="0">
                <a:solidFill>
                  <a:srgbClr val="000000"/>
                </a:solidFill>
                <a:latin typeface="Poppins" panose="020B0604020202020204"/>
                <a:ea typeface="Calibri" panose="020F0502020204030204" pitchFamily="34" charset="0"/>
                <a:cs typeface="Calibri" panose="020F0502020204030204" pitchFamily="34" charset="0"/>
              </a:rPr>
              <a:t>, di carattere più ampio (che nella figura corrisponde alla cornice esterna), che genera le condizioni ed i vincoli entro cui l’impresa può operare</a:t>
            </a:r>
          </a:p>
          <a:p>
            <a:pPr>
              <a:spcBef>
                <a:spcPts val="300"/>
              </a:spcBef>
              <a:buClr>
                <a:srgbClr val="000000"/>
              </a:buClr>
              <a:buSzPct val="100000"/>
              <a:buFont typeface="Verdana" panose="020B0604030504040204" pitchFamily="34" charset="0"/>
              <a:buNone/>
            </a:pPr>
            <a:endParaRPr lang="it-IT" altLang="it-IT" sz="1200" dirty="0">
              <a:solidFill>
                <a:srgbClr val="000000"/>
              </a:solidFill>
            </a:endParaRPr>
          </a:p>
        </p:txBody>
      </p:sp>
    </p:spTree>
    <p:extLst>
      <p:ext uri="{BB962C8B-B14F-4D97-AF65-F5344CB8AC3E}">
        <p14:creationId xmlns:p14="http://schemas.microsoft.com/office/powerpoint/2010/main" val="4224197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magine 3">
            <a:extLst>
              <a:ext uri="{FF2B5EF4-FFF2-40B4-BE49-F238E27FC236}">
                <a16:creationId xmlns:a16="http://schemas.microsoft.com/office/drawing/2014/main" id="{DEF7A5E2-419B-EB48-956A-5487E19CE6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900" y="644416"/>
            <a:ext cx="4108076" cy="2654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6">
            <a:extLst>
              <a:ext uri="{FF2B5EF4-FFF2-40B4-BE49-F238E27FC236}">
                <a16:creationId xmlns:a16="http://schemas.microsoft.com/office/drawing/2014/main" id="{886025BB-729B-46BB-9DAA-46E7BAB9FE92}"/>
              </a:ext>
            </a:extLst>
          </p:cNvPr>
          <p:cNvSpPr txBox="1">
            <a:spLocks noChangeArrowheads="1"/>
          </p:cNvSpPr>
          <p:nvPr/>
        </p:nvSpPr>
        <p:spPr bwMode="auto">
          <a:xfrm>
            <a:off x="4920791" y="1428298"/>
            <a:ext cx="4108076" cy="60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3200" dirty="0">
                <a:solidFill>
                  <a:srgbClr val="000000"/>
                </a:solidFill>
                <a:latin typeface="Poppins" panose="020B0604020202020204"/>
                <a:ea typeface="Calibri" panose="020F0502020204030204" pitchFamily="34" charset="0"/>
                <a:cs typeface="Calibri" panose="020F0502020204030204" pitchFamily="34" charset="0"/>
              </a:rPr>
              <a:t>MICRO-AMBIENTE</a:t>
            </a:r>
            <a:r>
              <a:rPr lang="it-IT" altLang="it-IT" sz="2800" dirty="0">
                <a:solidFill>
                  <a:srgbClr val="000000"/>
                </a:solidFill>
                <a:latin typeface="Poppins" panose="020B0604020202020204"/>
                <a:ea typeface="Calibri" panose="020F0502020204030204" pitchFamily="34" charset="0"/>
                <a:cs typeface="Calibri" panose="020F0502020204030204" pitchFamily="34" charset="0"/>
              </a:rPr>
              <a:t> </a:t>
            </a: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1/3</a:t>
            </a:r>
            <a:endParaRPr lang="it-IT" altLang="it-IT" sz="1800" dirty="0">
              <a:solidFill>
                <a:srgbClr val="000000"/>
              </a:solidFill>
              <a:latin typeface="Poppins" panose="020B0604020202020204"/>
            </a:endParaRPr>
          </a:p>
        </p:txBody>
      </p:sp>
      <p:sp>
        <p:nvSpPr>
          <p:cNvPr id="2" name="Rettangolo 1">
            <a:extLst>
              <a:ext uri="{FF2B5EF4-FFF2-40B4-BE49-F238E27FC236}">
                <a16:creationId xmlns:a16="http://schemas.microsoft.com/office/drawing/2014/main" id="{97718C99-6065-44FC-A5B1-B7B1199BE4EF}"/>
              </a:ext>
            </a:extLst>
          </p:cNvPr>
          <p:cNvSpPr/>
          <p:nvPr/>
        </p:nvSpPr>
        <p:spPr>
          <a:xfrm>
            <a:off x="436334" y="4117730"/>
            <a:ext cx="8399283" cy="1938992"/>
          </a:xfrm>
          <a:prstGeom prst="rect">
            <a:avLst/>
          </a:prstGeom>
        </p:spPr>
        <p:txBody>
          <a:bodyPr wrap="square">
            <a:spAutoFit/>
          </a:bodyPr>
          <a:lstStyle/>
          <a:p>
            <a:pPr algn="just"/>
            <a:r>
              <a:rPr lang="it-IT" sz="2000" dirty="0">
                <a:latin typeface="Poppins" panose="020B0604020202020204"/>
              </a:rPr>
              <a:t>Il micro-ambiente viene a sua volta suddiviso in </a:t>
            </a:r>
            <a:r>
              <a:rPr lang="it-IT" sz="2000" b="1" dirty="0">
                <a:latin typeface="Poppins" panose="020B0604020202020204"/>
              </a:rPr>
              <a:t>ambiente transazionale </a:t>
            </a:r>
            <a:r>
              <a:rPr lang="it-IT" sz="2000" dirty="0">
                <a:latin typeface="Poppins" panose="020B0604020202020204"/>
              </a:rPr>
              <a:t>ed </a:t>
            </a:r>
            <a:r>
              <a:rPr lang="it-IT" sz="2000" b="1" dirty="0">
                <a:latin typeface="Poppins" panose="020B0604020202020204"/>
              </a:rPr>
              <a:t>ambiente competitivo</a:t>
            </a:r>
            <a:r>
              <a:rPr lang="it-IT" sz="2000" dirty="0">
                <a:latin typeface="Poppins" panose="020B0604020202020204"/>
              </a:rPr>
              <a:t>. </a:t>
            </a:r>
          </a:p>
          <a:p>
            <a:pPr algn="just"/>
            <a:r>
              <a:rPr lang="it-IT" sz="2000" dirty="0">
                <a:latin typeface="Poppins" panose="020B0604020202020204"/>
              </a:rPr>
              <a:t>L’impresa si collega con il mercato del lavoro (da cui trae le risorse umane), il mercato finanziario (da cui trae le fonti di finanziamento), il mercato della produzione (da cui acquista tecnologie, impianti, materiali e servizi) e con il mercato di vendita (a cui cede i propri beni e servizi). </a:t>
            </a:r>
          </a:p>
        </p:txBody>
      </p:sp>
      <p:sp>
        <p:nvSpPr>
          <p:cNvPr id="3" name="Ovale 2">
            <a:extLst>
              <a:ext uri="{FF2B5EF4-FFF2-40B4-BE49-F238E27FC236}">
                <a16:creationId xmlns:a16="http://schemas.microsoft.com/office/drawing/2014/main" id="{EED3069A-96D7-4739-9977-1D77E828FB6B}"/>
              </a:ext>
            </a:extLst>
          </p:cNvPr>
          <p:cNvSpPr/>
          <p:nvPr/>
        </p:nvSpPr>
        <p:spPr>
          <a:xfrm>
            <a:off x="763571" y="801278"/>
            <a:ext cx="3667027" cy="2347275"/>
          </a:xfrm>
          <a:prstGeom prst="ellipse">
            <a:avLst/>
          </a:prstGeom>
          <a:noFill/>
          <a:ln w="1016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41964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magine 3">
            <a:extLst>
              <a:ext uri="{FF2B5EF4-FFF2-40B4-BE49-F238E27FC236}">
                <a16:creationId xmlns:a16="http://schemas.microsoft.com/office/drawing/2014/main" id="{DEF7A5E2-419B-EB48-956A-5487E19CE6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900" y="644416"/>
            <a:ext cx="4108076" cy="2654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6">
            <a:extLst>
              <a:ext uri="{FF2B5EF4-FFF2-40B4-BE49-F238E27FC236}">
                <a16:creationId xmlns:a16="http://schemas.microsoft.com/office/drawing/2014/main" id="{886025BB-729B-46BB-9DAA-46E7BAB9FE92}"/>
              </a:ext>
            </a:extLst>
          </p:cNvPr>
          <p:cNvSpPr txBox="1">
            <a:spLocks noChangeArrowheads="1"/>
          </p:cNvSpPr>
          <p:nvPr/>
        </p:nvSpPr>
        <p:spPr bwMode="auto">
          <a:xfrm>
            <a:off x="4920791" y="1428298"/>
            <a:ext cx="4108076" cy="60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3200" dirty="0">
                <a:solidFill>
                  <a:srgbClr val="000000"/>
                </a:solidFill>
                <a:latin typeface="Poppins" panose="020B0604020202020204"/>
                <a:ea typeface="Calibri" panose="020F0502020204030204" pitchFamily="34" charset="0"/>
                <a:cs typeface="Calibri" panose="020F0502020204030204" pitchFamily="34" charset="0"/>
              </a:rPr>
              <a:t>MICRO-AMBIENTE</a:t>
            </a:r>
            <a:r>
              <a:rPr lang="it-IT" altLang="it-IT" sz="2800" dirty="0">
                <a:solidFill>
                  <a:srgbClr val="000000"/>
                </a:solidFill>
                <a:latin typeface="Poppins" panose="020B0604020202020204"/>
                <a:ea typeface="Calibri" panose="020F0502020204030204" pitchFamily="34" charset="0"/>
                <a:cs typeface="Calibri" panose="020F0502020204030204" pitchFamily="34" charset="0"/>
              </a:rPr>
              <a:t> </a:t>
            </a: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2/3</a:t>
            </a:r>
            <a:endParaRPr lang="it-IT" altLang="it-IT" sz="1800" dirty="0">
              <a:solidFill>
                <a:srgbClr val="000000"/>
              </a:solidFill>
              <a:latin typeface="Poppins" panose="020B0604020202020204"/>
            </a:endParaRPr>
          </a:p>
        </p:txBody>
      </p:sp>
      <p:sp>
        <p:nvSpPr>
          <p:cNvPr id="2" name="Rettangolo 1">
            <a:extLst>
              <a:ext uri="{FF2B5EF4-FFF2-40B4-BE49-F238E27FC236}">
                <a16:creationId xmlns:a16="http://schemas.microsoft.com/office/drawing/2014/main" id="{97718C99-6065-44FC-A5B1-B7B1199BE4EF}"/>
              </a:ext>
            </a:extLst>
          </p:cNvPr>
          <p:cNvSpPr/>
          <p:nvPr/>
        </p:nvSpPr>
        <p:spPr>
          <a:xfrm>
            <a:off x="436334" y="4220982"/>
            <a:ext cx="8399283" cy="1015663"/>
          </a:xfrm>
          <a:prstGeom prst="rect">
            <a:avLst/>
          </a:prstGeom>
        </p:spPr>
        <p:txBody>
          <a:bodyPr wrap="square">
            <a:spAutoFit/>
          </a:bodyPr>
          <a:lstStyle/>
          <a:p>
            <a:pPr algn="just"/>
            <a:r>
              <a:rPr lang="it-IT" sz="2000" dirty="0">
                <a:latin typeface="Poppins" panose="020B0604020202020204"/>
              </a:rPr>
              <a:t>L’</a:t>
            </a:r>
            <a:r>
              <a:rPr lang="it-IT" sz="2000" b="1" dirty="0">
                <a:latin typeface="Poppins" panose="020B0604020202020204"/>
              </a:rPr>
              <a:t>ambiente transazionale </a:t>
            </a:r>
            <a:r>
              <a:rPr lang="it-IT" sz="2000" dirty="0">
                <a:latin typeface="Poppins" panose="020B0604020202020204"/>
              </a:rPr>
              <a:t>dipende dal grado di autonomia che l’impresa intende darsi per produrre all’interno i materiali, le parti ed i componenti da utilizzare per la produzione di beni e servizi.</a:t>
            </a:r>
          </a:p>
        </p:txBody>
      </p:sp>
      <p:sp>
        <p:nvSpPr>
          <p:cNvPr id="3" name="Ovale 2">
            <a:extLst>
              <a:ext uri="{FF2B5EF4-FFF2-40B4-BE49-F238E27FC236}">
                <a16:creationId xmlns:a16="http://schemas.microsoft.com/office/drawing/2014/main" id="{EED3069A-96D7-4739-9977-1D77E828FB6B}"/>
              </a:ext>
            </a:extLst>
          </p:cNvPr>
          <p:cNvSpPr/>
          <p:nvPr/>
        </p:nvSpPr>
        <p:spPr>
          <a:xfrm>
            <a:off x="763571" y="801278"/>
            <a:ext cx="3667027" cy="2347275"/>
          </a:xfrm>
          <a:prstGeom prst="ellipse">
            <a:avLst/>
          </a:prstGeom>
          <a:noFill/>
          <a:ln w="1016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4383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magine 3">
            <a:extLst>
              <a:ext uri="{FF2B5EF4-FFF2-40B4-BE49-F238E27FC236}">
                <a16:creationId xmlns:a16="http://schemas.microsoft.com/office/drawing/2014/main" id="{DEF7A5E2-419B-EB48-956A-5487E19CE6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900" y="644416"/>
            <a:ext cx="4108076" cy="2654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6">
            <a:extLst>
              <a:ext uri="{FF2B5EF4-FFF2-40B4-BE49-F238E27FC236}">
                <a16:creationId xmlns:a16="http://schemas.microsoft.com/office/drawing/2014/main" id="{886025BB-729B-46BB-9DAA-46E7BAB9FE92}"/>
              </a:ext>
            </a:extLst>
          </p:cNvPr>
          <p:cNvSpPr txBox="1">
            <a:spLocks noChangeArrowheads="1"/>
          </p:cNvSpPr>
          <p:nvPr/>
        </p:nvSpPr>
        <p:spPr bwMode="auto">
          <a:xfrm>
            <a:off x="4920791" y="1428298"/>
            <a:ext cx="4108076" cy="60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3200" dirty="0">
                <a:solidFill>
                  <a:srgbClr val="000000"/>
                </a:solidFill>
                <a:latin typeface="Poppins" panose="020B0604020202020204"/>
                <a:ea typeface="Calibri" panose="020F0502020204030204" pitchFamily="34" charset="0"/>
                <a:cs typeface="Calibri" panose="020F0502020204030204" pitchFamily="34" charset="0"/>
              </a:rPr>
              <a:t>MICRO-AMBIENTE</a:t>
            </a:r>
            <a:r>
              <a:rPr lang="it-IT" altLang="it-IT" sz="2800" dirty="0">
                <a:solidFill>
                  <a:srgbClr val="000000"/>
                </a:solidFill>
                <a:latin typeface="Poppins" panose="020B0604020202020204"/>
                <a:ea typeface="Calibri" panose="020F0502020204030204" pitchFamily="34" charset="0"/>
                <a:cs typeface="Calibri" panose="020F0502020204030204" pitchFamily="34" charset="0"/>
              </a:rPr>
              <a:t> </a:t>
            </a: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3/3</a:t>
            </a:r>
            <a:endParaRPr lang="it-IT" altLang="it-IT" sz="1800" dirty="0">
              <a:solidFill>
                <a:srgbClr val="000000"/>
              </a:solidFill>
              <a:latin typeface="Poppins" panose="020B0604020202020204"/>
            </a:endParaRPr>
          </a:p>
        </p:txBody>
      </p:sp>
      <p:sp>
        <p:nvSpPr>
          <p:cNvPr id="2" name="Rettangolo 1">
            <a:extLst>
              <a:ext uri="{FF2B5EF4-FFF2-40B4-BE49-F238E27FC236}">
                <a16:creationId xmlns:a16="http://schemas.microsoft.com/office/drawing/2014/main" id="{97718C99-6065-44FC-A5B1-B7B1199BE4EF}"/>
              </a:ext>
            </a:extLst>
          </p:cNvPr>
          <p:cNvSpPr/>
          <p:nvPr/>
        </p:nvSpPr>
        <p:spPr>
          <a:xfrm>
            <a:off x="436334" y="4220982"/>
            <a:ext cx="8399283" cy="1015663"/>
          </a:xfrm>
          <a:prstGeom prst="rect">
            <a:avLst/>
          </a:prstGeom>
        </p:spPr>
        <p:txBody>
          <a:bodyPr wrap="square">
            <a:spAutoFit/>
          </a:bodyPr>
          <a:lstStyle/>
          <a:p>
            <a:pPr algn="just"/>
            <a:r>
              <a:rPr lang="it-IT" sz="2000" dirty="0">
                <a:latin typeface="Poppins" panose="020B0604020202020204"/>
              </a:rPr>
              <a:t>L’</a:t>
            </a:r>
            <a:r>
              <a:rPr lang="it-IT" sz="2000" b="1" dirty="0">
                <a:latin typeface="Poppins" panose="020B0604020202020204"/>
              </a:rPr>
              <a:t>ambiente competitivo</a:t>
            </a:r>
            <a:r>
              <a:rPr lang="it-IT" sz="2000" dirty="0">
                <a:latin typeface="Poppins" panose="020B0604020202020204"/>
              </a:rPr>
              <a:t>, invece, dipende dalla scelta delle porzioni di mercato a cui si indirizza l’impresa. In tali mercati si realizzerà anche il confronto competitivo con i concorrenti. </a:t>
            </a:r>
          </a:p>
        </p:txBody>
      </p:sp>
      <p:sp>
        <p:nvSpPr>
          <p:cNvPr id="3" name="Ovale 2">
            <a:extLst>
              <a:ext uri="{FF2B5EF4-FFF2-40B4-BE49-F238E27FC236}">
                <a16:creationId xmlns:a16="http://schemas.microsoft.com/office/drawing/2014/main" id="{EED3069A-96D7-4739-9977-1D77E828FB6B}"/>
              </a:ext>
            </a:extLst>
          </p:cNvPr>
          <p:cNvSpPr/>
          <p:nvPr/>
        </p:nvSpPr>
        <p:spPr>
          <a:xfrm>
            <a:off x="763571" y="801278"/>
            <a:ext cx="3667027" cy="2347275"/>
          </a:xfrm>
          <a:prstGeom prst="ellipse">
            <a:avLst/>
          </a:prstGeom>
          <a:noFill/>
          <a:ln w="1016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78693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a:extLst>
              <a:ext uri="{FF2B5EF4-FFF2-40B4-BE49-F238E27FC236}">
                <a16:creationId xmlns:a16="http://schemas.microsoft.com/office/drawing/2014/main" id="{886025BB-729B-46BB-9DAA-46E7BAB9FE92}"/>
              </a:ext>
            </a:extLst>
          </p:cNvPr>
          <p:cNvSpPr txBox="1">
            <a:spLocks noChangeArrowheads="1"/>
          </p:cNvSpPr>
          <p:nvPr/>
        </p:nvSpPr>
        <p:spPr bwMode="auto">
          <a:xfrm>
            <a:off x="4977353" y="1428298"/>
            <a:ext cx="4108076" cy="60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3200" dirty="0">
                <a:solidFill>
                  <a:srgbClr val="000000"/>
                </a:solidFill>
                <a:latin typeface="Poppins" panose="020B0604020202020204"/>
                <a:ea typeface="Calibri" panose="020F0502020204030204" pitchFamily="34" charset="0"/>
                <a:cs typeface="Calibri" panose="020F0502020204030204" pitchFamily="34" charset="0"/>
              </a:rPr>
              <a:t>MACRO-AMBIENTE</a:t>
            </a:r>
            <a:r>
              <a:rPr lang="it-IT" altLang="it-IT" sz="2800" dirty="0">
                <a:solidFill>
                  <a:srgbClr val="000000"/>
                </a:solidFill>
                <a:latin typeface="Poppins" panose="020B0604020202020204"/>
                <a:ea typeface="Calibri" panose="020F0502020204030204" pitchFamily="34" charset="0"/>
                <a:cs typeface="Calibri" panose="020F0502020204030204" pitchFamily="34" charset="0"/>
              </a:rPr>
              <a:t> </a:t>
            </a: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1/2</a:t>
            </a:r>
            <a:endParaRPr lang="it-IT" altLang="it-IT" sz="1800" dirty="0">
              <a:solidFill>
                <a:srgbClr val="000000"/>
              </a:solidFill>
              <a:latin typeface="Poppins" panose="020B0604020202020204"/>
            </a:endParaRPr>
          </a:p>
        </p:txBody>
      </p:sp>
      <p:sp>
        <p:nvSpPr>
          <p:cNvPr id="2" name="Rettangolo 1">
            <a:extLst>
              <a:ext uri="{FF2B5EF4-FFF2-40B4-BE49-F238E27FC236}">
                <a16:creationId xmlns:a16="http://schemas.microsoft.com/office/drawing/2014/main" id="{97718C99-6065-44FC-A5B1-B7B1199BE4EF}"/>
              </a:ext>
            </a:extLst>
          </p:cNvPr>
          <p:cNvSpPr/>
          <p:nvPr/>
        </p:nvSpPr>
        <p:spPr>
          <a:xfrm>
            <a:off x="372358" y="4220982"/>
            <a:ext cx="8399283" cy="2246769"/>
          </a:xfrm>
          <a:prstGeom prst="rect">
            <a:avLst/>
          </a:prstGeom>
        </p:spPr>
        <p:txBody>
          <a:bodyPr wrap="square">
            <a:spAutoFit/>
          </a:bodyPr>
          <a:lstStyle/>
          <a:p>
            <a:pPr algn="just"/>
            <a:r>
              <a:rPr lang="it-IT" sz="2000" dirty="0">
                <a:latin typeface="Poppins" panose="020B0604020202020204"/>
              </a:rPr>
              <a:t>Il </a:t>
            </a:r>
            <a:r>
              <a:rPr lang="it-IT" sz="2000" b="1" dirty="0">
                <a:latin typeface="Poppins" panose="020B0604020202020204"/>
              </a:rPr>
              <a:t>macro-ambiente</a:t>
            </a:r>
            <a:r>
              <a:rPr lang="it-IT" sz="2000" dirty="0">
                <a:latin typeface="Poppins" panose="020B0604020202020204"/>
              </a:rPr>
              <a:t>, inteso come il contesto socioeconomico all’interno del quale l’impresa è chiamata a svolgere le sue funzioni, si compone a sua volta di quattro sub-sistemi:</a:t>
            </a:r>
          </a:p>
          <a:p>
            <a:pPr marL="342900" indent="-342900" algn="just">
              <a:buFont typeface="Arial" panose="020B0604020202020204" pitchFamily="34" charset="0"/>
              <a:buChar char="•"/>
            </a:pPr>
            <a:r>
              <a:rPr lang="it-IT" sz="2000" b="1" dirty="0">
                <a:latin typeface="Poppins" panose="020B0604020202020204"/>
              </a:rPr>
              <a:t>Sistema politico-istituzionale</a:t>
            </a:r>
          </a:p>
          <a:p>
            <a:pPr marL="342900" indent="-342900" algn="just">
              <a:buFont typeface="Arial" panose="020B0604020202020204" pitchFamily="34" charset="0"/>
              <a:buChar char="•"/>
            </a:pPr>
            <a:r>
              <a:rPr lang="it-IT" sz="2000" b="1" dirty="0">
                <a:latin typeface="Poppins" panose="020B0604020202020204"/>
              </a:rPr>
              <a:t>Sistema culturale-tecnologico</a:t>
            </a:r>
          </a:p>
          <a:p>
            <a:pPr marL="342900" indent="-342900" algn="just">
              <a:buFont typeface="Arial" panose="020B0604020202020204" pitchFamily="34" charset="0"/>
              <a:buChar char="•"/>
            </a:pPr>
            <a:r>
              <a:rPr lang="it-IT" sz="2000" b="1" dirty="0">
                <a:latin typeface="Poppins" panose="020B0604020202020204"/>
              </a:rPr>
              <a:t>Sistema demografico-sociale</a:t>
            </a:r>
          </a:p>
          <a:p>
            <a:pPr marL="342900" indent="-342900" algn="just">
              <a:buFont typeface="Arial" panose="020B0604020202020204" pitchFamily="34" charset="0"/>
              <a:buChar char="•"/>
            </a:pPr>
            <a:r>
              <a:rPr lang="it-IT" sz="2000" b="1" dirty="0">
                <a:latin typeface="Poppins" panose="020B0604020202020204"/>
              </a:rPr>
              <a:t>Sistema economico</a:t>
            </a:r>
          </a:p>
        </p:txBody>
      </p:sp>
      <p:pic>
        <p:nvPicPr>
          <p:cNvPr id="5" name="Immagine 4">
            <a:extLst>
              <a:ext uri="{FF2B5EF4-FFF2-40B4-BE49-F238E27FC236}">
                <a16:creationId xmlns:a16="http://schemas.microsoft.com/office/drawing/2014/main" id="{AA58B42B-A575-4C2E-96B3-A6E37316E15E}"/>
              </a:ext>
            </a:extLst>
          </p:cNvPr>
          <p:cNvPicPr>
            <a:picLocks noChangeAspect="1"/>
          </p:cNvPicPr>
          <p:nvPr/>
        </p:nvPicPr>
        <p:blipFill rotWithShape="1">
          <a:blip r:embed="rId2"/>
          <a:srcRect l="63299" t="34602" r="11443" b="32543"/>
          <a:stretch/>
        </p:blipFill>
        <p:spPr>
          <a:xfrm>
            <a:off x="338889" y="437047"/>
            <a:ext cx="4581902" cy="3352528"/>
          </a:xfrm>
          <a:prstGeom prst="rect">
            <a:avLst/>
          </a:prstGeom>
        </p:spPr>
      </p:pic>
    </p:spTree>
    <p:extLst>
      <p:ext uri="{BB962C8B-B14F-4D97-AF65-F5344CB8AC3E}">
        <p14:creationId xmlns:p14="http://schemas.microsoft.com/office/powerpoint/2010/main" val="3564478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a:extLst>
              <a:ext uri="{FF2B5EF4-FFF2-40B4-BE49-F238E27FC236}">
                <a16:creationId xmlns:a16="http://schemas.microsoft.com/office/drawing/2014/main" id="{886025BB-729B-46BB-9DAA-46E7BAB9FE92}"/>
              </a:ext>
            </a:extLst>
          </p:cNvPr>
          <p:cNvSpPr txBox="1">
            <a:spLocks noChangeArrowheads="1"/>
          </p:cNvSpPr>
          <p:nvPr/>
        </p:nvSpPr>
        <p:spPr bwMode="auto">
          <a:xfrm>
            <a:off x="4977353" y="1428298"/>
            <a:ext cx="4108076" cy="60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3200" dirty="0">
                <a:solidFill>
                  <a:srgbClr val="000000"/>
                </a:solidFill>
                <a:latin typeface="Poppins" panose="020B0604020202020204"/>
                <a:ea typeface="Calibri" panose="020F0502020204030204" pitchFamily="34" charset="0"/>
                <a:cs typeface="Calibri" panose="020F0502020204030204" pitchFamily="34" charset="0"/>
              </a:rPr>
              <a:t>MACRO-AMBIENTE</a:t>
            </a:r>
            <a:r>
              <a:rPr lang="it-IT" altLang="it-IT" sz="2800" dirty="0">
                <a:solidFill>
                  <a:srgbClr val="000000"/>
                </a:solidFill>
                <a:latin typeface="Poppins" panose="020B0604020202020204"/>
                <a:ea typeface="Calibri" panose="020F0502020204030204" pitchFamily="34" charset="0"/>
                <a:cs typeface="Calibri" panose="020F0502020204030204" pitchFamily="34" charset="0"/>
              </a:rPr>
              <a:t> </a:t>
            </a: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2/2</a:t>
            </a:r>
            <a:endParaRPr lang="it-IT" altLang="it-IT" sz="1800" dirty="0">
              <a:solidFill>
                <a:srgbClr val="000000"/>
              </a:solidFill>
              <a:latin typeface="Poppins" panose="020B0604020202020204"/>
            </a:endParaRPr>
          </a:p>
        </p:txBody>
      </p:sp>
      <p:sp>
        <p:nvSpPr>
          <p:cNvPr id="2" name="Rettangolo 1">
            <a:extLst>
              <a:ext uri="{FF2B5EF4-FFF2-40B4-BE49-F238E27FC236}">
                <a16:creationId xmlns:a16="http://schemas.microsoft.com/office/drawing/2014/main" id="{97718C99-6065-44FC-A5B1-B7B1199BE4EF}"/>
              </a:ext>
            </a:extLst>
          </p:cNvPr>
          <p:cNvSpPr/>
          <p:nvPr/>
        </p:nvSpPr>
        <p:spPr>
          <a:xfrm>
            <a:off x="372358" y="3789575"/>
            <a:ext cx="8399283" cy="2862322"/>
          </a:xfrm>
          <a:prstGeom prst="rect">
            <a:avLst/>
          </a:prstGeom>
        </p:spPr>
        <p:txBody>
          <a:bodyPr wrap="square">
            <a:spAutoFit/>
          </a:bodyPr>
          <a:lstStyle/>
          <a:p>
            <a:pPr algn="just"/>
            <a:r>
              <a:rPr lang="it-IT" b="1" dirty="0">
                <a:latin typeface="Poppins" panose="020B0604020202020204"/>
              </a:rPr>
              <a:t>Sistema politico-istituzionale: </a:t>
            </a:r>
            <a:r>
              <a:rPr lang="it-IT" dirty="0">
                <a:latin typeface="Poppins" panose="020B0604020202020204"/>
              </a:rPr>
              <a:t>forma di governo, ordinamento legislativo (imposizione fiscale, normativa sul lavoro, sulla sicurezza, etc.) </a:t>
            </a:r>
            <a:endParaRPr lang="it-IT" b="1" dirty="0">
              <a:latin typeface="Poppins" panose="020B0604020202020204"/>
            </a:endParaRPr>
          </a:p>
          <a:p>
            <a:pPr algn="just"/>
            <a:r>
              <a:rPr lang="it-IT" b="1" dirty="0">
                <a:latin typeface="Poppins" panose="020B0604020202020204"/>
              </a:rPr>
              <a:t>Sistema culturale-tecnologico: </a:t>
            </a:r>
            <a:r>
              <a:rPr lang="it-IT" dirty="0">
                <a:latin typeface="Poppins" panose="020B0604020202020204"/>
              </a:rPr>
              <a:t>tradizioni, costumi, usi, valori, tecnologia</a:t>
            </a:r>
            <a:endParaRPr lang="it-IT" b="1" dirty="0">
              <a:latin typeface="Poppins" panose="020B0604020202020204"/>
            </a:endParaRPr>
          </a:p>
          <a:p>
            <a:pPr algn="just"/>
            <a:r>
              <a:rPr lang="it-IT" b="1" dirty="0">
                <a:latin typeface="Poppins" panose="020B0604020202020204"/>
              </a:rPr>
              <a:t>Sistema demografico-sociale: </a:t>
            </a:r>
            <a:r>
              <a:rPr lang="it-IT" dirty="0">
                <a:latin typeface="Poppins" panose="020B0604020202020204"/>
              </a:rPr>
              <a:t>struttura e stratificazione della popolazione (età, classe sociale, distribuzione territoriale, stili di vita)</a:t>
            </a:r>
            <a:endParaRPr lang="it-IT" b="1" dirty="0">
              <a:latin typeface="Poppins" panose="020B0604020202020204"/>
            </a:endParaRPr>
          </a:p>
          <a:p>
            <a:pPr algn="just"/>
            <a:r>
              <a:rPr lang="it-IT" b="1" dirty="0">
                <a:latin typeface="Poppins" panose="020B0604020202020204"/>
              </a:rPr>
              <a:t>Sistema economico: </a:t>
            </a:r>
            <a:r>
              <a:rPr lang="it-IT" dirty="0">
                <a:latin typeface="Poppins" panose="020B0604020202020204"/>
              </a:rPr>
              <a:t>prezzi e moneta; credito e investimenti; produzione agricola, industriale e terziaria; economie collettiviste o liberiste. </a:t>
            </a:r>
            <a:endParaRPr lang="it-IT" b="1" dirty="0">
              <a:latin typeface="Poppins" panose="020B0604020202020204"/>
            </a:endParaRPr>
          </a:p>
        </p:txBody>
      </p:sp>
      <p:pic>
        <p:nvPicPr>
          <p:cNvPr id="5" name="Immagine 4">
            <a:extLst>
              <a:ext uri="{FF2B5EF4-FFF2-40B4-BE49-F238E27FC236}">
                <a16:creationId xmlns:a16="http://schemas.microsoft.com/office/drawing/2014/main" id="{AA58B42B-A575-4C2E-96B3-A6E37316E15E}"/>
              </a:ext>
            </a:extLst>
          </p:cNvPr>
          <p:cNvPicPr>
            <a:picLocks noChangeAspect="1"/>
          </p:cNvPicPr>
          <p:nvPr/>
        </p:nvPicPr>
        <p:blipFill rotWithShape="1">
          <a:blip r:embed="rId2"/>
          <a:srcRect l="63299" t="34602" r="11443" b="32543"/>
          <a:stretch/>
        </p:blipFill>
        <p:spPr>
          <a:xfrm>
            <a:off x="338889" y="437047"/>
            <a:ext cx="4581902" cy="3352528"/>
          </a:xfrm>
          <a:prstGeom prst="rect">
            <a:avLst/>
          </a:prstGeom>
        </p:spPr>
      </p:pic>
    </p:spTree>
    <p:extLst>
      <p:ext uri="{BB962C8B-B14F-4D97-AF65-F5344CB8AC3E}">
        <p14:creationId xmlns:p14="http://schemas.microsoft.com/office/powerpoint/2010/main" val="3867755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392890"/>
            <a:ext cx="7375161" cy="994172"/>
          </a:xfrm>
          <a:prstGeom prst="rect">
            <a:avLst/>
          </a:prstGeom>
        </p:spPr>
        <p:txBody>
          <a:bodyPr vert="horz" lIns="68580" tIns="34290" rIns="68580" bIns="34290" rtlCol="0" anchor="ctr">
            <a:normAutofit/>
          </a:bodyPr>
          <a:lstStyle/>
          <a:p>
            <a:pPr marL="8645" algn="ctr"/>
            <a:r>
              <a:rPr lang="en-US" sz="3000" spc="-4" dirty="0">
                <a:solidFill>
                  <a:srgbClr val="FFFFFF"/>
                </a:solidFill>
              </a:rPr>
              <a:t>RAPPORTI TRA IMPRESA E AMBIENTE</a:t>
            </a:r>
            <a:endParaRPr lang="en-US" sz="3000" spc="-7" dirty="0">
              <a:solidFill>
                <a:srgbClr val="FFFFFF"/>
              </a:solidFill>
            </a:endParaRPr>
          </a:p>
        </p:txBody>
      </p:sp>
      <p:sp>
        <p:nvSpPr>
          <p:cNvPr id="3" name="Rettangolo 2">
            <a:extLst>
              <a:ext uri="{FF2B5EF4-FFF2-40B4-BE49-F238E27FC236}">
                <a16:creationId xmlns:a16="http://schemas.microsoft.com/office/drawing/2014/main" id="{4EBCF150-3EC4-AA47-B148-2369F3EE9ED1}"/>
              </a:ext>
            </a:extLst>
          </p:cNvPr>
          <p:cNvSpPr/>
          <p:nvPr/>
        </p:nvSpPr>
        <p:spPr>
          <a:xfrm>
            <a:off x="339364" y="2922703"/>
            <a:ext cx="8455843" cy="3935298"/>
          </a:xfrm>
          <a:prstGeom prst="rect">
            <a:avLst/>
          </a:prstGeom>
        </p:spPr>
        <p:txBody>
          <a:bodyPr vert="horz" lIns="68580" tIns="34290" rIns="68580" bIns="34290" rtlCol="0">
            <a:normAutofit fontScale="47500" lnSpcReduction="20000"/>
          </a:bodyPr>
          <a:lstStyle/>
          <a:p>
            <a:pPr marL="256291" marR="4344" indent="-543" algn="just">
              <a:spcBef>
                <a:spcPts val="81"/>
              </a:spcBef>
            </a:pPr>
            <a:r>
              <a:rPr lang="it-IT" sz="4200" spc="-4" dirty="0"/>
              <a:t>In </a:t>
            </a:r>
            <a:r>
              <a:rPr lang="it-IT" sz="4200" spc="-9" dirty="0"/>
              <a:t>senso </a:t>
            </a:r>
            <a:r>
              <a:rPr lang="it-IT" sz="4200" spc="-4" dirty="0"/>
              <a:t>generale, </a:t>
            </a:r>
            <a:r>
              <a:rPr lang="it-IT" sz="4200" spc="-9" dirty="0"/>
              <a:t>l’ambiente determina </a:t>
            </a:r>
            <a:r>
              <a:rPr lang="it-IT" sz="4200" spc="-4" dirty="0"/>
              <a:t>il </a:t>
            </a:r>
            <a:r>
              <a:rPr lang="it-IT" sz="4200" spc="-9" dirty="0"/>
              <a:t>sistema </a:t>
            </a:r>
            <a:r>
              <a:rPr lang="it-IT" sz="4200" spc="-4" dirty="0"/>
              <a:t>di </a:t>
            </a:r>
            <a:r>
              <a:rPr lang="it-IT" sz="4200" b="1" spc="-9" dirty="0"/>
              <a:t>vincoli-opportunità</a:t>
            </a:r>
            <a:r>
              <a:rPr lang="it-IT" sz="4200" spc="-9" dirty="0"/>
              <a:t>  </a:t>
            </a:r>
            <a:r>
              <a:rPr lang="it-IT" sz="4200" spc="-4" dirty="0"/>
              <a:t>entro cui si dipana la gestione</a:t>
            </a:r>
            <a:r>
              <a:rPr lang="it-IT" sz="4200" spc="9" dirty="0"/>
              <a:t> </a:t>
            </a:r>
            <a:r>
              <a:rPr lang="it-IT" sz="4200" spc="-9" dirty="0"/>
              <a:t>aziendale.</a:t>
            </a:r>
          </a:p>
          <a:p>
            <a:pPr marL="256291" marR="4344" indent="-543" algn="just">
              <a:spcBef>
                <a:spcPts val="81"/>
              </a:spcBef>
            </a:pPr>
            <a:r>
              <a:rPr lang="it-IT" sz="4200" dirty="0"/>
              <a:t>Le opportunità e i vincoli per l’impresa dipendono dalle caratteristiche dei sottosistemi: dipendono cioè dalle leggi e dai provvedimenti amministrativi, dal modello di cultura prevalente, dalla composizione e dalla mobilità delle classi sociali, dal tipo di governo dell’economia  e dal grado di benessere della comunità. </a:t>
            </a:r>
          </a:p>
          <a:p>
            <a:pPr marL="256291" marR="4344" indent="-543" algn="just">
              <a:spcBef>
                <a:spcPts val="81"/>
              </a:spcBef>
            </a:pPr>
            <a:r>
              <a:rPr lang="it-IT" sz="4200" spc="-4" dirty="0">
                <a:solidFill>
                  <a:srgbClr val="000000"/>
                </a:solidFill>
              </a:rPr>
              <a:t>L’impresa non può </a:t>
            </a:r>
            <a:r>
              <a:rPr lang="it-IT" sz="4200" spc="-9" dirty="0">
                <a:solidFill>
                  <a:srgbClr val="000000"/>
                </a:solidFill>
              </a:rPr>
              <a:t>scegliersi </a:t>
            </a:r>
            <a:r>
              <a:rPr lang="it-IT" sz="4200" spc="-4" dirty="0">
                <a:solidFill>
                  <a:srgbClr val="000000"/>
                </a:solidFill>
              </a:rPr>
              <a:t>il macro-ambiente ma può </a:t>
            </a:r>
            <a:r>
              <a:rPr lang="it-IT" sz="4200" spc="-9" dirty="0">
                <a:solidFill>
                  <a:srgbClr val="000000"/>
                </a:solidFill>
              </a:rPr>
              <a:t>scegliere </a:t>
            </a:r>
            <a:r>
              <a:rPr lang="it-IT" sz="4200" spc="-4" dirty="0">
                <a:solidFill>
                  <a:srgbClr val="000000"/>
                </a:solidFill>
              </a:rPr>
              <a:t>l’ambiente </a:t>
            </a:r>
            <a:r>
              <a:rPr lang="it-IT" sz="4200" spc="-9" dirty="0">
                <a:solidFill>
                  <a:srgbClr val="000000"/>
                </a:solidFill>
              </a:rPr>
              <a:t>transazionale </a:t>
            </a:r>
            <a:r>
              <a:rPr lang="it-IT" sz="4200" spc="-4" dirty="0">
                <a:solidFill>
                  <a:srgbClr val="000000"/>
                </a:solidFill>
              </a:rPr>
              <a:t>e </a:t>
            </a:r>
            <a:r>
              <a:rPr lang="it-IT" sz="4200" spc="-9" dirty="0">
                <a:solidFill>
                  <a:srgbClr val="000000"/>
                </a:solidFill>
              </a:rPr>
              <a:t>competitivo all’interno </a:t>
            </a:r>
            <a:r>
              <a:rPr lang="it-IT" sz="4200" spc="-4" dirty="0">
                <a:solidFill>
                  <a:srgbClr val="000000"/>
                </a:solidFill>
              </a:rPr>
              <a:t>del quale</a:t>
            </a:r>
            <a:r>
              <a:rPr lang="it-IT" sz="4200" spc="162" dirty="0">
                <a:solidFill>
                  <a:srgbClr val="000000"/>
                </a:solidFill>
              </a:rPr>
              <a:t> </a:t>
            </a:r>
            <a:r>
              <a:rPr lang="it-IT" sz="4200" spc="-4" dirty="0">
                <a:solidFill>
                  <a:srgbClr val="000000"/>
                </a:solidFill>
              </a:rPr>
              <a:t>operare.</a:t>
            </a:r>
            <a:endParaRPr lang="it-IT" sz="4200" dirty="0"/>
          </a:p>
          <a:p>
            <a:pPr marL="256291" marR="4344" indent="-543" algn="just">
              <a:spcBef>
                <a:spcPts val="81"/>
              </a:spcBef>
            </a:pPr>
            <a:r>
              <a:rPr lang="it-IT" sz="4200" b="1" dirty="0"/>
              <a:t>L’ambiente influenza cioè il comportamento dell’impresa.</a:t>
            </a:r>
          </a:p>
          <a:p>
            <a:pPr marL="256291" marR="4344" indent="-543" algn="just">
              <a:spcBef>
                <a:spcPts val="81"/>
              </a:spcBef>
            </a:pPr>
            <a:r>
              <a:rPr lang="it-IT" sz="4200" dirty="0"/>
              <a:t>Può essere vero il contrario, cioè alcune imprese (soprattutto quelle più grandi) influenzano l’ambiente. In questo caso si ha una forte interrelazione fra l’evoluzione dell’ambiente e la trasformazione dell’organizzazione delle imprese, quindi anche il macro-ambiente finisce per essere, per certi versi ed entro  certe condizioni, una variabile più che un vincolo da rispettare.</a:t>
            </a:r>
          </a:p>
          <a:p>
            <a:pPr marL="256291" marR="4344" indent="-543" algn="just">
              <a:spcBef>
                <a:spcPts val="81"/>
              </a:spcBef>
            </a:pPr>
            <a:endParaRPr lang="it-IT" sz="4200" b="1" dirty="0"/>
          </a:p>
          <a:p>
            <a:pPr marL="256291" marR="4344" indent="-543" algn="just">
              <a:spcBef>
                <a:spcPts val="81"/>
              </a:spcBef>
            </a:pPr>
            <a:endParaRPr lang="it-IT" sz="3200" b="1" dirty="0"/>
          </a:p>
          <a:p>
            <a:pPr marL="256291" marR="4344" indent="-543">
              <a:spcBef>
                <a:spcPts val="81"/>
              </a:spcBef>
            </a:pPr>
            <a:endParaRPr lang="it-IT" sz="3200" b="1" dirty="0"/>
          </a:p>
          <a:p>
            <a:pPr marL="256291" marR="4344" indent="-543">
              <a:spcBef>
                <a:spcPts val="81"/>
              </a:spcBef>
            </a:pPr>
            <a:endParaRPr lang="it-IT" sz="2800" spc="-9" dirty="0"/>
          </a:p>
          <a:p>
            <a:endParaRPr lang="it-IT" sz="2800" dirty="0"/>
          </a:p>
        </p:txBody>
      </p:sp>
    </p:spTree>
    <p:extLst>
      <p:ext uri="{BB962C8B-B14F-4D97-AF65-F5344CB8AC3E}">
        <p14:creationId xmlns:p14="http://schemas.microsoft.com/office/powerpoint/2010/main" val="1730546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879522" y="399495"/>
            <a:ext cx="7375525" cy="995362"/>
          </a:xfrm>
          <a:prstGeom prst="rect">
            <a:avLst/>
          </a:prstGeom>
        </p:spPr>
        <p:txBody>
          <a:bodyPr vert="horz" lIns="68580" tIns="34290" rIns="68580" bIns="34290" rtlCol="0" anchor="ctr">
            <a:normAutofit/>
          </a:bodyPr>
          <a:lstStyle/>
          <a:p>
            <a:pPr marL="8645" algn="ctr"/>
            <a:r>
              <a:rPr lang="en-US" sz="3000" b="1" spc="-4" dirty="0">
                <a:solidFill>
                  <a:srgbClr val="0070C0"/>
                </a:solidFill>
                <a:latin typeface="Poppins" panose="020B0604020202020204"/>
              </a:rPr>
              <a:t>RAPPORTI TRA IMPRESA E AMBIENTE</a:t>
            </a:r>
            <a:endParaRPr lang="en-US" sz="3000" b="1" spc="-7" dirty="0">
              <a:solidFill>
                <a:srgbClr val="0070C0"/>
              </a:solidFill>
              <a:latin typeface="Poppins" panose="020B0604020202020204"/>
            </a:endParaRPr>
          </a:p>
        </p:txBody>
      </p:sp>
      <p:sp>
        <p:nvSpPr>
          <p:cNvPr id="3" name="Rettangolo 2">
            <a:extLst>
              <a:ext uri="{FF2B5EF4-FFF2-40B4-BE49-F238E27FC236}">
                <a16:creationId xmlns:a16="http://schemas.microsoft.com/office/drawing/2014/main" id="{4EBCF150-3EC4-AA47-B148-2369F3EE9ED1}"/>
              </a:ext>
            </a:extLst>
          </p:cNvPr>
          <p:cNvSpPr/>
          <p:nvPr/>
        </p:nvSpPr>
        <p:spPr>
          <a:xfrm>
            <a:off x="518474" y="1678366"/>
            <a:ext cx="8107052" cy="4665874"/>
          </a:xfrm>
          <a:prstGeom prst="rect">
            <a:avLst/>
          </a:prstGeom>
        </p:spPr>
        <p:txBody>
          <a:bodyPr vert="horz" lIns="68580" tIns="34290" rIns="68580" bIns="34290" rtlCol="0">
            <a:normAutofit fontScale="25000" lnSpcReduction="20000"/>
          </a:bodyPr>
          <a:lstStyle/>
          <a:p>
            <a:pPr marL="256291" marR="4344" indent="-543" algn="just">
              <a:spcBef>
                <a:spcPts val="81"/>
              </a:spcBef>
            </a:pPr>
            <a:r>
              <a:rPr lang="it-IT" sz="8000" spc="-4" dirty="0">
                <a:solidFill>
                  <a:srgbClr val="0070C0"/>
                </a:solidFill>
                <a:latin typeface="Poppins" panose="020B0604020202020204"/>
              </a:rPr>
              <a:t>In </a:t>
            </a:r>
            <a:r>
              <a:rPr lang="it-IT" sz="8000" spc="-9" dirty="0">
                <a:solidFill>
                  <a:srgbClr val="0070C0"/>
                </a:solidFill>
                <a:latin typeface="Poppins" panose="020B0604020202020204"/>
              </a:rPr>
              <a:t>senso </a:t>
            </a:r>
            <a:r>
              <a:rPr lang="it-IT" sz="8000" spc="-4" dirty="0">
                <a:solidFill>
                  <a:srgbClr val="0070C0"/>
                </a:solidFill>
                <a:latin typeface="Poppins" panose="020B0604020202020204"/>
              </a:rPr>
              <a:t>generale, </a:t>
            </a:r>
            <a:r>
              <a:rPr lang="it-IT" sz="8000" spc="-9" dirty="0">
                <a:solidFill>
                  <a:srgbClr val="0070C0"/>
                </a:solidFill>
                <a:latin typeface="Poppins" panose="020B0604020202020204"/>
              </a:rPr>
              <a:t>l’ambiente determina </a:t>
            </a:r>
            <a:r>
              <a:rPr lang="it-IT" sz="8000" spc="-4" dirty="0">
                <a:solidFill>
                  <a:srgbClr val="0070C0"/>
                </a:solidFill>
                <a:latin typeface="Poppins" panose="020B0604020202020204"/>
              </a:rPr>
              <a:t>il </a:t>
            </a:r>
            <a:r>
              <a:rPr lang="it-IT" sz="8000" spc="-9" dirty="0">
                <a:solidFill>
                  <a:srgbClr val="0070C0"/>
                </a:solidFill>
                <a:latin typeface="Poppins" panose="020B0604020202020204"/>
              </a:rPr>
              <a:t>sistema </a:t>
            </a:r>
            <a:r>
              <a:rPr lang="it-IT" sz="8000" spc="-4" dirty="0">
                <a:solidFill>
                  <a:srgbClr val="0070C0"/>
                </a:solidFill>
                <a:latin typeface="Poppins" panose="020B0604020202020204"/>
              </a:rPr>
              <a:t>di </a:t>
            </a:r>
            <a:r>
              <a:rPr lang="it-IT" sz="8000" b="1" spc="-9" dirty="0">
                <a:solidFill>
                  <a:srgbClr val="0070C0"/>
                </a:solidFill>
                <a:latin typeface="Poppins" panose="020B0604020202020204"/>
              </a:rPr>
              <a:t>vincoli-opportunità</a:t>
            </a:r>
            <a:r>
              <a:rPr lang="it-IT" sz="8000" spc="-9" dirty="0">
                <a:solidFill>
                  <a:srgbClr val="0070C0"/>
                </a:solidFill>
                <a:latin typeface="Poppins" panose="020B0604020202020204"/>
              </a:rPr>
              <a:t>  </a:t>
            </a:r>
            <a:r>
              <a:rPr lang="it-IT" sz="8000" spc="-4" dirty="0">
                <a:solidFill>
                  <a:srgbClr val="0070C0"/>
                </a:solidFill>
                <a:latin typeface="Poppins" panose="020B0604020202020204"/>
              </a:rPr>
              <a:t>entro cui si dipana la gestione</a:t>
            </a:r>
            <a:r>
              <a:rPr lang="it-IT" sz="8000" spc="9" dirty="0">
                <a:solidFill>
                  <a:srgbClr val="0070C0"/>
                </a:solidFill>
                <a:latin typeface="Poppins" panose="020B0604020202020204"/>
              </a:rPr>
              <a:t> </a:t>
            </a:r>
            <a:r>
              <a:rPr lang="it-IT" sz="8000" spc="-9" dirty="0">
                <a:solidFill>
                  <a:srgbClr val="0070C0"/>
                </a:solidFill>
                <a:latin typeface="Poppins" panose="020B0604020202020204"/>
              </a:rPr>
              <a:t>aziendale.</a:t>
            </a:r>
          </a:p>
          <a:p>
            <a:pPr marL="256291" marR="4344" indent="-543" algn="just">
              <a:spcBef>
                <a:spcPts val="81"/>
              </a:spcBef>
            </a:pPr>
            <a:r>
              <a:rPr lang="it-IT" sz="8000" dirty="0">
                <a:solidFill>
                  <a:srgbClr val="0070C0"/>
                </a:solidFill>
                <a:latin typeface="Poppins" panose="020B0604020202020204"/>
              </a:rPr>
              <a:t>Le opportunità e i vincoli per l’impresa dipendono dalle caratteristiche dei sottosistemi: dipendono cioè dalle leggi e dai provvedimenti amministrativi, dal modello di cultura prevalente, dalla composizione e dalla mobilità delle classi sociali, dal tipo di governo dell’economia  e dal grado di benessere della comunità. </a:t>
            </a:r>
          </a:p>
          <a:p>
            <a:pPr marL="256291" marR="4344" indent="-543" algn="just">
              <a:spcBef>
                <a:spcPts val="81"/>
              </a:spcBef>
            </a:pPr>
            <a:r>
              <a:rPr lang="it-IT" sz="8000" spc="-4" dirty="0">
                <a:solidFill>
                  <a:srgbClr val="0070C0"/>
                </a:solidFill>
                <a:latin typeface="Poppins" panose="020B0604020202020204"/>
              </a:rPr>
              <a:t>L’impresa non può </a:t>
            </a:r>
            <a:r>
              <a:rPr lang="it-IT" sz="8000" spc="-9" dirty="0">
                <a:solidFill>
                  <a:srgbClr val="0070C0"/>
                </a:solidFill>
                <a:latin typeface="Poppins" panose="020B0604020202020204"/>
              </a:rPr>
              <a:t>scegliersi </a:t>
            </a:r>
            <a:r>
              <a:rPr lang="it-IT" sz="8000" spc="-4" dirty="0">
                <a:solidFill>
                  <a:srgbClr val="0070C0"/>
                </a:solidFill>
                <a:latin typeface="Poppins" panose="020B0604020202020204"/>
              </a:rPr>
              <a:t>il macro-ambiente ma può </a:t>
            </a:r>
            <a:r>
              <a:rPr lang="it-IT" sz="8000" spc="-9" dirty="0">
                <a:solidFill>
                  <a:srgbClr val="0070C0"/>
                </a:solidFill>
                <a:latin typeface="Poppins" panose="020B0604020202020204"/>
              </a:rPr>
              <a:t>scegliere </a:t>
            </a:r>
            <a:r>
              <a:rPr lang="it-IT" sz="8000" spc="-4" dirty="0">
                <a:solidFill>
                  <a:srgbClr val="0070C0"/>
                </a:solidFill>
                <a:latin typeface="Poppins" panose="020B0604020202020204"/>
              </a:rPr>
              <a:t>l’ambiente </a:t>
            </a:r>
            <a:r>
              <a:rPr lang="it-IT" sz="8000" spc="-9" dirty="0">
                <a:solidFill>
                  <a:srgbClr val="0070C0"/>
                </a:solidFill>
                <a:latin typeface="Poppins" panose="020B0604020202020204"/>
              </a:rPr>
              <a:t>transazionale </a:t>
            </a:r>
            <a:r>
              <a:rPr lang="it-IT" sz="8000" spc="-4" dirty="0">
                <a:solidFill>
                  <a:srgbClr val="0070C0"/>
                </a:solidFill>
                <a:latin typeface="Poppins" panose="020B0604020202020204"/>
              </a:rPr>
              <a:t>e </a:t>
            </a:r>
            <a:r>
              <a:rPr lang="it-IT" sz="8000" spc="-9" dirty="0">
                <a:solidFill>
                  <a:srgbClr val="0070C0"/>
                </a:solidFill>
                <a:latin typeface="Poppins" panose="020B0604020202020204"/>
              </a:rPr>
              <a:t>competitivo all’interno </a:t>
            </a:r>
            <a:r>
              <a:rPr lang="it-IT" sz="8000" spc="-4" dirty="0">
                <a:solidFill>
                  <a:srgbClr val="0070C0"/>
                </a:solidFill>
                <a:latin typeface="Poppins" panose="020B0604020202020204"/>
              </a:rPr>
              <a:t>del quale</a:t>
            </a:r>
            <a:r>
              <a:rPr lang="it-IT" sz="8000" spc="162" dirty="0">
                <a:solidFill>
                  <a:srgbClr val="0070C0"/>
                </a:solidFill>
                <a:latin typeface="Poppins" panose="020B0604020202020204"/>
              </a:rPr>
              <a:t> </a:t>
            </a:r>
            <a:r>
              <a:rPr lang="it-IT" sz="8000" spc="-4" dirty="0">
                <a:solidFill>
                  <a:srgbClr val="0070C0"/>
                </a:solidFill>
                <a:latin typeface="Poppins" panose="020B0604020202020204"/>
              </a:rPr>
              <a:t>operare.</a:t>
            </a:r>
            <a:endParaRPr lang="it-IT" sz="8000" dirty="0">
              <a:solidFill>
                <a:srgbClr val="0070C0"/>
              </a:solidFill>
              <a:latin typeface="Poppins" panose="020B0604020202020204"/>
            </a:endParaRPr>
          </a:p>
          <a:p>
            <a:pPr marL="256291" marR="4344" indent="-543" algn="just">
              <a:spcBef>
                <a:spcPts val="81"/>
              </a:spcBef>
            </a:pPr>
            <a:r>
              <a:rPr lang="it-IT" sz="8000" b="1" dirty="0">
                <a:solidFill>
                  <a:srgbClr val="0070C0"/>
                </a:solidFill>
                <a:latin typeface="Poppins" panose="020B0604020202020204"/>
              </a:rPr>
              <a:t>L’ambiente influenza cioè il comportamento dell’impresa.</a:t>
            </a:r>
          </a:p>
          <a:p>
            <a:pPr marL="256291" marR="4344" indent="-543" algn="just">
              <a:spcBef>
                <a:spcPts val="81"/>
              </a:spcBef>
            </a:pPr>
            <a:r>
              <a:rPr lang="it-IT" sz="8000" dirty="0">
                <a:solidFill>
                  <a:srgbClr val="0070C0"/>
                </a:solidFill>
                <a:latin typeface="Poppins" panose="020B0604020202020204"/>
              </a:rPr>
              <a:t>Può essere vero il contrario, cioè alcune imprese (soprattutto quelle più grandi) influenzano l’ambiente. In questo caso si ha una forte interrelazione fra l’evoluzione dell’ambiente e la trasformazione dell’organizzazione delle imprese, quindi anche il macro-ambiente finisce per essere, per certi versi ed entro  certe condizioni, una variabile più che un vincolo da rispettare.</a:t>
            </a:r>
          </a:p>
          <a:p>
            <a:pPr marL="256291" marR="4344" indent="-543" algn="just">
              <a:spcBef>
                <a:spcPts val="81"/>
              </a:spcBef>
            </a:pPr>
            <a:endParaRPr lang="it-IT" sz="4200" b="1" dirty="0"/>
          </a:p>
          <a:p>
            <a:pPr marL="256291" marR="4344" indent="-543" algn="just">
              <a:spcBef>
                <a:spcPts val="81"/>
              </a:spcBef>
            </a:pPr>
            <a:endParaRPr lang="it-IT" sz="3200" b="1" dirty="0"/>
          </a:p>
          <a:p>
            <a:pPr marL="256291" marR="4344" indent="-543">
              <a:spcBef>
                <a:spcPts val="81"/>
              </a:spcBef>
            </a:pPr>
            <a:endParaRPr lang="it-IT" sz="3200" b="1" dirty="0"/>
          </a:p>
          <a:p>
            <a:pPr marL="256291" marR="4344" indent="-543">
              <a:spcBef>
                <a:spcPts val="81"/>
              </a:spcBef>
            </a:pPr>
            <a:endParaRPr lang="it-IT" sz="2800" spc="-9" dirty="0"/>
          </a:p>
          <a:p>
            <a:endParaRPr lang="it-IT" sz="2800" dirty="0"/>
          </a:p>
        </p:txBody>
      </p:sp>
    </p:spTree>
    <p:extLst>
      <p:ext uri="{BB962C8B-B14F-4D97-AF65-F5344CB8AC3E}">
        <p14:creationId xmlns:p14="http://schemas.microsoft.com/office/powerpoint/2010/main" val="3493753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477261"/>
            <a:ext cx="7375161" cy="994172"/>
          </a:xfrm>
          <a:prstGeom prst="rect">
            <a:avLst/>
          </a:prstGeom>
        </p:spPr>
        <p:txBody>
          <a:bodyPr vert="horz" lIns="68580" tIns="34290" rIns="68580" bIns="34290" rtlCol="0" anchor="ctr">
            <a:normAutofit/>
          </a:bodyPr>
          <a:lstStyle/>
          <a:p>
            <a:pPr marL="8645" algn="ctr"/>
            <a:r>
              <a:rPr lang="en-US" sz="3000" spc="-4" dirty="0">
                <a:solidFill>
                  <a:srgbClr val="FFFFFF"/>
                </a:solidFill>
                <a:latin typeface="Poppins" panose="020B0604020202020204"/>
              </a:rPr>
              <a:t>RAPPORTI TRA IMPRESA E AMBIENTE</a:t>
            </a:r>
            <a:endParaRPr lang="en-US" sz="3000" spc="-7" dirty="0">
              <a:solidFill>
                <a:srgbClr val="FFFFFF"/>
              </a:solidFill>
              <a:latin typeface="Poppins" panose="020B0604020202020204"/>
            </a:endParaRPr>
          </a:p>
        </p:txBody>
      </p:sp>
      <p:sp>
        <p:nvSpPr>
          <p:cNvPr id="4" name="Rettangolo 3">
            <a:extLst>
              <a:ext uri="{FF2B5EF4-FFF2-40B4-BE49-F238E27FC236}">
                <a16:creationId xmlns:a16="http://schemas.microsoft.com/office/drawing/2014/main" id="{781599CA-F761-4F1D-A699-DE91851C26DD}"/>
              </a:ext>
            </a:extLst>
          </p:cNvPr>
          <p:cNvSpPr/>
          <p:nvPr/>
        </p:nvSpPr>
        <p:spPr>
          <a:xfrm>
            <a:off x="2286000" y="3552438"/>
            <a:ext cx="4572000" cy="646331"/>
          </a:xfrm>
          <a:prstGeom prst="rect">
            <a:avLst/>
          </a:prstGeom>
        </p:spPr>
        <p:txBody>
          <a:bodyPr>
            <a:spAutoFit/>
          </a:bodyPr>
          <a:lstStyle/>
          <a:p>
            <a:r>
              <a:rPr lang="it-IT" dirty="0"/>
              <a:t>https://www.youtube.com/watch?v=doNzIAPn56g</a:t>
            </a:r>
          </a:p>
        </p:txBody>
      </p:sp>
      <p:pic>
        <p:nvPicPr>
          <p:cNvPr id="3" name="Elementi multimediali online 2" title="LE RELAZIONI AZIENDA E AMBIENTE">
            <a:hlinkClick r:id="" action="ppaction://media"/>
            <a:extLst>
              <a:ext uri="{FF2B5EF4-FFF2-40B4-BE49-F238E27FC236}">
                <a16:creationId xmlns:a16="http://schemas.microsoft.com/office/drawing/2014/main" id="{2EDAFAF2-9706-4D63-9CC2-2521B7C3010E}"/>
              </a:ext>
            </a:extLst>
          </p:cNvPr>
          <p:cNvPicPr>
            <a:picLocks noRot="1" noChangeAspect="1"/>
          </p:cNvPicPr>
          <p:nvPr>
            <a:videoFile r:link="rId1"/>
          </p:nvPr>
        </p:nvPicPr>
        <p:blipFill>
          <a:blip r:embed="rId4"/>
          <a:stretch>
            <a:fillRect/>
          </a:stretch>
        </p:blipFill>
        <p:spPr>
          <a:xfrm>
            <a:off x="1611983" y="2796225"/>
            <a:ext cx="6240544" cy="3510306"/>
          </a:xfrm>
          <a:prstGeom prst="rect">
            <a:avLst/>
          </a:prstGeom>
        </p:spPr>
      </p:pic>
    </p:spTree>
    <p:extLst>
      <p:ext uri="{BB962C8B-B14F-4D97-AF65-F5344CB8AC3E}">
        <p14:creationId xmlns:p14="http://schemas.microsoft.com/office/powerpoint/2010/main" val="1494738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477261"/>
            <a:ext cx="7375161" cy="994172"/>
          </a:xfrm>
          <a:prstGeom prst="rect">
            <a:avLst/>
          </a:prstGeom>
        </p:spPr>
        <p:txBody>
          <a:bodyPr vert="horz" lIns="68580" tIns="34290" rIns="68580" bIns="34290" rtlCol="0" anchor="ctr">
            <a:normAutofit/>
          </a:bodyPr>
          <a:lstStyle/>
          <a:p>
            <a:pPr marL="8645" algn="ctr"/>
            <a:r>
              <a:rPr lang="en-US" sz="3000" spc="-4" dirty="0">
                <a:solidFill>
                  <a:srgbClr val="FFFFFF"/>
                </a:solidFill>
                <a:latin typeface="Poppins" panose="020B0604020202020204"/>
              </a:rPr>
              <a:t>RAPPORTI TRA IMPRESA E AMBIENTE</a:t>
            </a:r>
            <a:endParaRPr lang="en-US" sz="3000" spc="-7" dirty="0">
              <a:solidFill>
                <a:srgbClr val="FFFFFF"/>
              </a:solidFill>
              <a:latin typeface="Poppins" panose="020B0604020202020204"/>
            </a:endParaRPr>
          </a:p>
        </p:txBody>
      </p:sp>
      <p:sp>
        <p:nvSpPr>
          <p:cNvPr id="4" name="Rettangolo 3">
            <a:extLst>
              <a:ext uri="{FF2B5EF4-FFF2-40B4-BE49-F238E27FC236}">
                <a16:creationId xmlns:a16="http://schemas.microsoft.com/office/drawing/2014/main" id="{781599CA-F761-4F1D-A699-DE91851C26DD}"/>
              </a:ext>
            </a:extLst>
          </p:cNvPr>
          <p:cNvSpPr/>
          <p:nvPr/>
        </p:nvSpPr>
        <p:spPr>
          <a:xfrm>
            <a:off x="2286000" y="3552438"/>
            <a:ext cx="4572000" cy="646331"/>
          </a:xfrm>
          <a:prstGeom prst="rect">
            <a:avLst/>
          </a:prstGeom>
        </p:spPr>
        <p:txBody>
          <a:bodyPr>
            <a:spAutoFit/>
          </a:bodyPr>
          <a:lstStyle/>
          <a:p>
            <a:r>
              <a:rPr lang="it-IT" dirty="0"/>
              <a:t>https://www.youtube.com/watch?v=7g_bG7MUZSs</a:t>
            </a:r>
          </a:p>
        </p:txBody>
      </p:sp>
      <p:pic>
        <p:nvPicPr>
          <p:cNvPr id="3" name="Elementi multimediali online 2" title="Le imprese e il tema ambientale [2/4]">
            <a:hlinkClick r:id="" action="ppaction://media"/>
            <a:extLst>
              <a:ext uri="{FF2B5EF4-FFF2-40B4-BE49-F238E27FC236}">
                <a16:creationId xmlns:a16="http://schemas.microsoft.com/office/drawing/2014/main" id="{65AFFF64-14ED-459D-A549-0B775EBE4D03}"/>
              </a:ext>
            </a:extLst>
          </p:cNvPr>
          <p:cNvPicPr>
            <a:picLocks noRot="1" noChangeAspect="1"/>
          </p:cNvPicPr>
          <p:nvPr>
            <a:videoFile r:link="rId1"/>
          </p:nvPr>
        </p:nvPicPr>
        <p:blipFill>
          <a:blip r:embed="rId4"/>
          <a:stretch>
            <a:fillRect/>
          </a:stretch>
        </p:blipFill>
        <p:spPr>
          <a:xfrm>
            <a:off x="1585684" y="2781988"/>
            <a:ext cx="5972404" cy="3359477"/>
          </a:xfrm>
          <a:prstGeom prst="rect">
            <a:avLst/>
          </a:prstGeom>
        </p:spPr>
      </p:pic>
    </p:spTree>
    <p:extLst>
      <p:ext uri="{BB962C8B-B14F-4D97-AF65-F5344CB8AC3E}">
        <p14:creationId xmlns:p14="http://schemas.microsoft.com/office/powerpoint/2010/main" val="2803584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9B27A604-455C-4954-BE4C-370605AFCDCA}"/>
              </a:ext>
            </a:extLst>
          </p:cNvPr>
          <p:cNvSpPr txBox="1"/>
          <p:nvPr/>
        </p:nvSpPr>
        <p:spPr>
          <a:xfrm>
            <a:off x="433633" y="329938"/>
            <a:ext cx="3261674" cy="646331"/>
          </a:xfrm>
          <a:prstGeom prst="rect">
            <a:avLst/>
          </a:prstGeom>
          <a:noFill/>
        </p:spPr>
        <p:txBody>
          <a:bodyPr wrap="square" rtlCol="0">
            <a:spAutoFit/>
          </a:bodyPr>
          <a:lstStyle/>
          <a:p>
            <a:r>
              <a:rPr lang="it-IT" sz="3600" b="1" dirty="0">
                <a:latin typeface="Poppins" panose="020B0604020202020204"/>
              </a:rPr>
              <a:t>ESEMPIO</a:t>
            </a:r>
          </a:p>
        </p:txBody>
      </p:sp>
      <p:sp>
        <p:nvSpPr>
          <p:cNvPr id="6" name="Rettangolo 5">
            <a:extLst>
              <a:ext uri="{FF2B5EF4-FFF2-40B4-BE49-F238E27FC236}">
                <a16:creationId xmlns:a16="http://schemas.microsoft.com/office/drawing/2014/main" id="{85EAEABF-7F09-431D-ABB1-75744729B3DC}"/>
              </a:ext>
            </a:extLst>
          </p:cNvPr>
          <p:cNvSpPr/>
          <p:nvPr/>
        </p:nvSpPr>
        <p:spPr>
          <a:xfrm>
            <a:off x="464270" y="1009462"/>
            <a:ext cx="8255524" cy="3662541"/>
          </a:xfrm>
          <a:prstGeom prst="rect">
            <a:avLst/>
          </a:prstGeom>
        </p:spPr>
        <p:txBody>
          <a:bodyPr wrap="square">
            <a:spAutoFit/>
          </a:bodyPr>
          <a:lstStyle/>
          <a:p>
            <a:pPr>
              <a:spcBef>
                <a:spcPts val="0"/>
              </a:spcBef>
              <a:buNone/>
            </a:pPr>
            <a:r>
              <a:rPr lang="it-IT" dirty="0">
                <a:latin typeface="Poppins" panose="020B0604020202020204"/>
              </a:rPr>
              <a:t>Delle variabili elencate distinguere quelle sulle quali l’ impresa non ha alcuna influenza, quelle di interazione reciproca e quelle condizionate dall’impresa:</a:t>
            </a:r>
          </a:p>
          <a:p>
            <a:pPr marL="342900" indent="-342900">
              <a:spcBef>
                <a:spcPts val="0"/>
              </a:spcBef>
              <a:buAutoNum type="alphaLcPeriod"/>
            </a:pPr>
            <a:r>
              <a:rPr lang="it-IT" sz="1600" dirty="0">
                <a:latin typeface="Poppins" panose="020B0604020202020204"/>
              </a:rPr>
              <a:t>Tasso di crescita della popolazione</a:t>
            </a:r>
          </a:p>
          <a:p>
            <a:pPr marL="342900" indent="-342900">
              <a:spcBef>
                <a:spcPts val="0"/>
              </a:spcBef>
              <a:buAutoNum type="alphaLcPeriod"/>
            </a:pPr>
            <a:r>
              <a:rPr lang="it-IT" sz="1600" dirty="0">
                <a:latin typeface="Poppins" panose="020B0604020202020204"/>
              </a:rPr>
              <a:t>Prezzo del Prodotto</a:t>
            </a:r>
          </a:p>
          <a:p>
            <a:pPr marL="342900" indent="-342900">
              <a:spcBef>
                <a:spcPts val="0"/>
              </a:spcBef>
              <a:buAutoNum type="alphaLcPeriod"/>
            </a:pPr>
            <a:r>
              <a:rPr lang="it-IT" sz="1600" dirty="0">
                <a:latin typeface="Poppins" panose="020B0604020202020204"/>
              </a:rPr>
              <a:t>Tasso di Inflazione</a:t>
            </a:r>
          </a:p>
          <a:p>
            <a:pPr marL="342900" indent="-342900">
              <a:spcBef>
                <a:spcPts val="0"/>
              </a:spcBef>
              <a:buAutoNum type="alphaLcPeriod"/>
            </a:pPr>
            <a:r>
              <a:rPr lang="it-IT" sz="1600" dirty="0">
                <a:latin typeface="Poppins" panose="020B0604020202020204"/>
              </a:rPr>
              <a:t>Struttura Sociale</a:t>
            </a:r>
          </a:p>
          <a:p>
            <a:pPr marL="342900" indent="-342900">
              <a:spcBef>
                <a:spcPts val="0"/>
              </a:spcBef>
              <a:buAutoNum type="alphaLcPeriod"/>
            </a:pPr>
            <a:r>
              <a:rPr lang="it-IT" sz="1600" dirty="0">
                <a:latin typeface="Poppins" panose="020B0604020202020204"/>
              </a:rPr>
              <a:t>Numero di Dettaglianti serviti</a:t>
            </a:r>
          </a:p>
          <a:p>
            <a:pPr marL="342900" indent="-342900">
              <a:spcBef>
                <a:spcPts val="0"/>
              </a:spcBef>
              <a:buAutoNum type="alphaLcPeriod"/>
            </a:pPr>
            <a:r>
              <a:rPr lang="it-IT" sz="1600" dirty="0">
                <a:latin typeface="Poppins" panose="020B0604020202020204"/>
              </a:rPr>
              <a:t>Durata e numero degli Spot Pubblicitari</a:t>
            </a:r>
          </a:p>
          <a:p>
            <a:pPr marL="342900" indent="-342900">
              <a:spcBef>
                <a:spcPts val="0"/>
              </a:spcBef>
              <a:buAutoNum type="alphaLcPeriod"/>
            </a:pPr>
            <a:r>
              <a:rPr lang="it-IT" sz="1600" dirty="0">
                <a:latin typeface="Poppins" panose="020B0604020202020204"/>
              </a:rPr>
              <a:t>Normativa</a:t>
            </a:r>
          </a:p>
          <a:p>
            <a:pPr marL="342900" indent="-342900">
              <a:spcBef>
                <a:spcPts val="0"/>
              </a:spcBef>
              <a:buAutoNum type="alphaLcPeriod"/>
            </a:pPr>
            <a:r>
              <a:rPr lang="it-IT" sz="1600" dirty="0">
                <a:latin typeface="Poppins" panose="020B0604020202020204"/>
              </a:rPr>
              <a:t>Comportamento d’acquisto dei consumatori</a:t>
            </a:r>
          </a:p>
          <a:p>
            <a:pPr marL="342900" indent="-342900">
              <a:spcBef>
                <a:spcPts val="0"/>
              </a:spcBef>
              <a:buAutoNum type="alphaLcPeriod"/>
            </a:pPr>
            <a:r>
              <a:rPr lang="it-IT" sz="1600" dirty="0">
                <a:latin typeface="Poppins" panose="020B0604020202020204"/>
              </a:rPr>
              <a:t>Ampiezza della gamma</a:t>
            </a:r>
          </a:p>
          <a:p>
            <a:pPr marL="342900" indent="-342900">
              <a:spcBef>
                <a:spcPts val="0"/>
              </a:spcBef>
              <a:buAutoNum type="alphaLcPeriod"/>
            </a:pPr>
            <a:r>
              <a:rPr lang="it-IT" sz="1600" dirty="0">
                <a:latin typeface="Poppins" panose="020B0604020202020204"/>
              </a:rPr>
              <a:t>Tendenze culturali</a:t>
            </a:r>
          </a:p>
          <a:p>
            <a:pPr marL="342900" indent="-342900">
              <a:spcBef>
                <a:spcPts val="0"/>
              </a:spcBef>
              <a:buAutoNum type="alphaLcPeriod"/>
            </a:pPr>
            <a:r>
              <a:rPr lang="it-IT" sz="1600" dirty="0">
                <a:latin typeface="Poppins" panose="020B0604020202020204"/>
              </a:rPr>
              <a:t>Formazione del Personale</a:t>
            </a:r>
          </a:p>
          <a:p>
            <a:pPr marL="342900" indent="-342900">
              <a:spcBef>
                <a:spcPts val="0"/>
              </a:spcBef>
              <a:buAutoNum type="alphaLcPeriod"/>
            </a:pPr>
            <a:r>
              <a:rPr lang="it-IT" sz="1600" dirty="0">
                <a:latin typeface="Poppins" panose="020B0604020202020204"/>
              </a:rPr>
              <a:t>Funzione d’uso dei prodotti</a:t>
            </a:r>
          </a:p>
        </p:txBody>
      </p:sp>
      <p:graphicFrame>
        <p:nvGraphicFramePr>
          <p:cNvPr id="7" name="Tabella 6">
            <a:extLst>
              <a:ext uri="{FF2B5EF4-FFF2-40B4-BE49-F238E27FC236}">
                <a16:creationId xmlns:a16="http://schemas.microsoft.com/office/drawing/2014/main" id="{0F5DC2D1-C343-4DF0-8179-11BD67130523}"/>
              </a:ext>
            </a:extLst>
          </p:cNvPr>
          <p:cNvGraphicFramePr>
            <a:graphicFrameLocks noGrp="1"/>
          </p:cNvGraphicFramePr>
          <p:nvPr>
            <p:extLst>
              <p:ext uri="{D42A27DB-BD31-4B8C-83A1-F6EECF244321}">
                <p14:modId xmlns:p14="http://schemas.microsoft.com/office/powerpoint/2010/main" val="2820144327"/>
              </p:ext>
            </p:extLst>
          </p:nvPr>
        </p:nvGraphicFramePr>
        <p:xfrm>
          <a:off x="575035" y="4835952"/>
          <a:ext cx="8255523" cy="1404160"/>
        </p:xfrm>
        <a:graphic>
          <a:graphicData uri="http://schemas.openxmlformats.org/drawingml/2006/table">
            <a:tbl>
              <a:tblPr firstRow="1" bandRow="1">
                <a:tableStyleId>{5C22544A-7EE6-4342-B048-85BDC9FD1C3A}</a:tableStyleId>
              </a:tblPr>
              <a:tblGrid>
                <a:gridCol w="2751841">
                  <a:extLst>
                    <a:ext uri="{9D8B030D-6E8A-4147-A177-3AD203B41FA5}">
                      <a16:colId xmlns:a16="http://schemas.microsoft.com/office/drawing/2014/main" val="4053331575"/>
                    </a:ext>
                  </a:extLst>
                </a:gridCol>
                <a:gridCol w="2751841">
                  <a:extLst>
                    <a:ext uri="{9D8B030D-6E8A-4147-A177-3AD203B41FA5}">
                      <a16:colId xmlns:a16="http://schemas.microsoft.com/office/drawing/2014/main" val="3361855641"/>
                    </a:ext>
                  </a:extLst>
                </a:gridCol>
                <a:gridCol w="2751841">
                  <a:extLst>
                    <a:ext uri="{9D8B030D-6E8A-4147-A177-3AD203B41FA5}">
                      <a16:colId xmlns:a16="http://schemas.microsoft.com/office/drawing/2014/main" val="3819953751"/>
                    </a:ext>
                  </a:extLst>
                </a:gridCol>
              </a:tblGrid>
              <a:tr h="588412">
                <a:tc>
                  <a:txBody>
                    <a:bodyPr/>
                    <a:lstStyle/>
                    <a:p>
                      <a:pPr algn="ctr"/>
                      <a:r>
                        <a:rPr lang="it-IT" sz="1800" dirty="0">
                          <a:latin typeface="Poppins" panose="020B0604020202020204"/>
                        </a:rPr>
                        <a:t>Non Influenzabili dall’Impresa</a:t>
                      </a:r>
                    </a:p>
                  </a:txBody>
                  <a:tcPr anchor="ctr"/>
                </a:tc>
                <a:tc>
                  <a:txBody>
                    <a:bodyPr/>
                    <a:lstStyle/>
                    <a:p>
                      <a:pPr algn="ctr"/>
                      <a:r>
                        <a:rPr lang="it-IT" sz="1800" dirty="0">
                          <a:latin typeface="Poppins" panose="020B0604020202020204"/>
                        </a:rPr>
                        <a:t>Interazione Reciproca Impresa-Ambiente</a:t>
                      </a:r>
                    </a:p>
                  </a:txBody>
                  <a:tcPr anchor="ctr"/>
                </a:tc>
                <a:tc>
                  <a:txBody>
                    <a:bodyPr/>
                    <a:lstStyle/>
                    <a:p>
                      <a:pPr algn="ctr"/>
                      <a:r>
                        <a:rPr lang="it-IT" sz="1800" dirty="0">
                          <a:latin typeface="Poppins" panose="020B0604020202020204"/>
                        </a:rPr>
                        <a:t>Condizionate dall’Impresa</a:t>
                      </a:r>
                    </a:p>
                  </a:txBody>
                  <a:tcPr anchor="ctr"/>
                </a:tc>
                <a:extLst>
                  <a:ext uri="{0D108BD9-81ED-4DB2-BD59-A6C34878D82A}">
                    <a16:rowId xmlns:a16="http://schemas.microsoft.com/office/drawing/2014/main" val="3910698280"/>
                  </a:ext>
                </a:extLst>
              </a:tr>
              <a:tr h="764080">
                <a:tc>
                  <a:txBody>
                    <a:bodyPr/>
                    <a:lstStyle/>
                    <a:p>
                      <a:r>
                        <a:rPr lang="it-IT" sz="2000" b="1" dirty="0">
                          <a:latin typeface="Poppins" panose="020B0604020202020204"/>
                        </a:rPr>
                        <a:t>a, c, d, g, j</a:t>
                      </a:r>
                    </a:p>
                  </a:txBody>
                  <a:tcPr/>
                </a:tc>
                <a:tc>
                  <a:txBody>
                    <a:bodyPr/>
                    <a:lstStyle/>
                    <a:p>
                      <a:r>
                        <a:rPr lang="it-IT" sz="2000" b="1" dirty="0">
                          <a:latin typeface="Poppins" panose="020B0604020202020204"/>
                        </a:rPr>
                        <a:t>h, l</a:t>
                      </a:r>
                    </a:p>
                  </a:txBody>
                  <a:tcPr/>
                </a:tc>
                <a:tc>
                  <a:txBody>
                    <a:bodyPr/>
                    <a:lstStyle/>
                    <a:p>
                      <a:r>
                        <a:rPr lang="it-IT" sz="2000" b="1" dirty="0">
                          <a:latin typeface="Poppins" panose="020B0604020202020204"/>
                        </a:rPr>
                        <a:t>b, e, f, i, k</a:t>
                      </a:r>
                    </a:p>
                  </a:txBody>
                  <a:tcPr/>
                </a:tc>
                <a:extLst>
                  <a:ext uri="{0D108BD9-81ED-4DB2-BD59-A6C34878D82A}">
                    <a16:rowId xmlns:a16="http://schemas.microsoft.com/office/drawing/2014/main" val="726191851"/>
                  </a:ext>
                </a:extLst>
              </a:tr>
            </a:tbl>
          </a:graphicData>
        </a:graphic>
      </p:graphicFrame>
    </p:spTree>
    <p:extLst>
      <p:ext uri="{BB962C8B-B14F-4D97-AF65-F5344CB8AC3E}">
        <p14:creationId xmlns:p14="http://schemas.microsoft.com/office/powerpoint/2010/main" val="48579477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21EE4B-2C83-4B1B-8859-60215F54E4F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B29624E-FC46-4775-9678-F770F2F1F66E}">
  <ds:schemaRefs>
    <ds:schemaRef ds:uri="http://schemas.microsoft.com/sharepoint/v3/contenttype/forms"/>
  </ds:schemaRefs>
</ds:datastoreItem>
</file>

<file path=customXml/itemProps3.xml><?xml version="1.0" encoding="utf-8"?>
<ds:datastoreItem xmlns:ds="http://schemas.openxmlformats.org/officeDocument/2006/customXml" ds:itemID="{7F785F37-7EB3-46A7-A212-0CF49FD62D6A}"/>
</file>

<file path=docProps/app.xml><?xml version="1.0" encoding="utf-8"?>
<Properties xmlns="http://schemas.openxmlformats.org/officeDocument/2006/extended-properties" xmlns:vt="http://schemas.openxmlformats.org/officeDocument/2006/docPropsVTypes">
  <TotalTime>302</TotalTime>
  <Words>985</Words>
  <Application>Microsoft Office PowerPoint</Application>
  <PresentationFormat>Presentazione su schermo (4:3)</PresentationFormat>
  <Paragraphs>108</Paragraphs>
  <Slides>17</Slides>
  <Notes>1</Notes>
  <HiddenSlides>0</HiddenSlides>
  <MMClips>2</MMClips>
  <ScaleCrop>false</ScaleCrop>
  <HeadingPairs>
    <vt:vector size="6" baseType="variant">
      <vt:variant>
        <vt:lpstr>Caratteri utilizzati</vt:lpstr>
      </vt:variant>
      <vt:variant>
        <vt:i4>7</vt:i4>
      </vt:variant>
      <vt:variant>
        <vt:lpstr>Tema</vt:lpstr>
      </vt:variant>
      <vt:variant>
        <vt:i4>2</vt:i4>
      </vt:variant>
      <vt:variant>
        <vt:lpstr>Titoli diapositive</vt:lpstr>
      </vt:variant>
      <vt:variant>
        <vt:i4>17</vt:i4>
      </vt:variant>
    </vt:vector>
  </HeadingPairs>
  <TitlesOfParts>
    <vt:vector size="26" baseType="lpstr">
      <vt:lpstr>Arial</vt:lpstr>
      <vt:lpstr>Calibri</vt:lpstr>
      <vt:lpstr>Calibri Light</vt:lpstr>
      <vt:lpstr>Geneva</vt:lpstr>
      <vt:lpstr>Poppins</vt:lpstr>
      <vt:lpstr>Poppins SemiBold</vt:lpstr>
      <vt:lpstr>Verdana</vt:lpstr>
      <vt:lpstr>Tema di Office</vt:lpstr>
      <vt:lpstr>Office Theme</vt:lpstr>
      <vt:lpstr>Presentazione standard di PowerPoint</vt:lpstr>
      <vt:lpstr>IMPRESA</vt:lpstr>
      <vt:lpstr>AMBIENTE</vt:lpstr>
      <vt:lpstr>MERCATO</vt:lpstr>
      <vt:lpstr>Presentazione standard di PowerPoint</vt:lpstr>
      <vt:lpstr>IMPRESA e AMBIENTE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RAPPORTI TRA IMPRESA E AMBIENTE</vt:lpstr>
      <vt:lpstr>RAPPORTI TRA IMPRESA E AMBIENTE</vt:lpstr>
      <vt:lpstr>RAPPORTI TRA IMPRESA E AMBIENTE</vt:lpstr>
      <vt:lpstr>RAPPORTI TRA IMPRESA E AMBIENTE</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EGI </dc:title>
  <dc:creator>Cristina Mele </dc:creator>
  <cp:lastModifiedBy>Piccirillo Giuseppe</cp:lastModifiedBy>
  <cp:revision>73</cp:revision>
  <dcterms:created xsi:type="dcterms:W3CDTF">2011-10-04T20:16:07Z</dcterms:created>
  <dcterms:modified xsi:type="dcterms:W3CDTF">2026-03-25T11:52:31Z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