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7.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Masters/slideMaster2.xml" ContentType="application/vnd.openxmlformats-officedocument.presentationml.slideMaster+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21.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Masters/slideMaster1.xml" ContentType="application/vnd.openxmlformats-officedocument.presentationml.slideMaster+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3.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1"/>
  </p:notesMasterIdLst>
  <p:sldIdLst>
    <p:sldId id="321" r:id="rId3"/>
    <p:sldId id="319" r:id="rId4"/>
    <p:sldId id="322" r:id="rId5"/>
    <p:sldId id="323" r:id="rId6"/>
    <p:sldId id="324" r:id="rId7"/>
    <p:sldId id="325" r:id="rId8"/>
    <p:sldId id="326" r:id="rId9"/>
    <p:sldId id="327" r:id="rId10"/>
    <p:sldId id="328" r:id="rId11"/>
    <p:sldId id="330" r:id="rId12"/>
    <p:sldId id="331" r:id="rId13"/>
    <p:sldId id="332" r:id="rId14"/>
    <p:sldId id="333" r:id="rId15"/>
    <p:sldId id="334" r:id="rId16"/>
    <p:sldId id="335" r:id="rId17"/>
    <p:sldId id="336" r:id="rId18"/>
    <p:sldId id="337" r:id="rId19"/>
    <p:sldId id="338" r:id="rId20"/>
    <p:sldId id="339" r:id="rId21"/>
    <p:sldId id="340" r:id="rId22"/>
    <p:sldId id="341" r:id="rId23"/>
    <p:sldId id="345" r:id="rId24"/>
    <p:sldId id="342" r:id="rId25"/>
    <p:sldId id="343" r:id="rId26"/>
    <p:sldId id="344" r:id="rId27"/>
    <p:sldId id="346" r:id="rId28"/>
    <p:sldId id="347" r:id="rId29"/>
    <p:sldId id="348" r:id="rId30"/>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308" autoAdjust="0"/>
  </p:normalViewPr>
  <p:slideViewPr>
    <p:cSldViewPr snapToGrid="0">
      <p:cViewPr varScale="1">
        <p:scale>
          <a:sx n="79" d="100"/>
          <a:sy n="79"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38" Type="http://schemas.openxmlformats.org/officeDocument/2006/relationships/customXml" Target="../customXml/item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openxmlformats.org/officeDocument/2006/relationships/customXml" Target="../customXml/item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customXml" Target="../customXml/item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A493A2-DF13-4115-97E7-C6035F4116CB}" type="datetimeFigureOut">
              <a:rPr lang="it-IT" smtClean="0"/>
              <a:t>25/05/2026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E4C47E-9652-49FD-81BB-9E5D2317455D}" type="slidenum">
              <a:rPr lang="it-IT" smtClean="0"/>
              <a:t>‹N›</a:t>
            </a:fld>
            <a:endParaRPr lang="it-IT"/>
          </a:p>
        </p:txBody>
      </p:sp>
    </p:spTree>
    <p:extLst>
      <p:ext uri="{BB962C8B-B14F-4D97-AF65-F5344CB8AC3E}">
        <p14:creationId xmlns:p14="http://schemas.microsoft.com/office/powerpoint/2010/main" val="3755180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6</a:t>
            </a:fld>
            <a:endParaRPr lang="it-IT"/>
          </a:p>
        </p:txBody>
      </p:sp>
    </p:spTree>
    <p:extLst>
      <p:ext uri="{BB962C8B-B14F-4D97-AF65-F5344CB8AC3E}">
        <p14:creationId xmlns:p14="http://schemas.microsoft.com/office/powerpoint/2010/main" val="3940367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7</a:t>
            </a:fld>
            <a:endParaRPr lang="it-IT"/>
          </a:p>
        </p:txBody>
      </p:sp>
    </p:spTree>
    <p:extLst>
      <p:ext uri="{BB962C8B-B14F-4D97-AF65-F5344CB8AC3E}">
        <p14:creationId xmlns:p14="http://schemas.microsoft.com/office/powerpoint/2010/main" val="307686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it-IT" b="0"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8</a:t>
            </a:fld>
            <a:endParaRPr lang="it-IT"/>
          </a:p>
        </p:txBody>
      </p:sp>
    </p:spTree>
    <p:extLst>
      <p:ext uri="{BB962C8B-B14F-4D97-AF65-F5344CB8AC3E}">
        <p14:creationId xmlns:p14="http://schemas.microsoft.com/office/powerpoint/2010/main" val="4102340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9</a:t>
            </a:fld>
            <a:endParaRPr lang="it-IT"/>
          </a:p>
        </p:txBody>
      </p:sp>
    </p:spTree>
    <p:extLst>
      <p:ext uri="{BB962C8B-B14F-4D97-AF65-F5344CB8AC3E}">
        <p14:creationId xmlns:p14="http://schemas.microsoft.com/office/powerpoint/2010/main" val="2641382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0"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10</a:t>
            </a:fld>
            <a:endParaRPr lang="it-IT"/>
          </a:p>
        </p:txBody>
      </p:sp>
    </p:spTree>
    <p:extLst>
      <p:ext uri="{BB962C8B-B14F-4D97-AF65-F5344CB8AC3E}">
        <p14:creationId xmlns:p14="http://schemas.microsoft.com/office/powerpoint/2010/main" val="3140265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11</a:t>
            </a:fld>
            <a:endParaRPr lang="it-IT"/>
          </a:p>
        </p:txBody>
      </p:sp>
    </p:spTree>
    <p:extLst>
      <p:ext uri="{BB962C8B-B14F-4D97-AF65-F5344CB8AC3E}">
        <p14:creationId xmlns:p14="http://schemas.microsoft.com/office/powerpoint/2010/main" val="3705500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12</a:t>
            </a:fld>
            <a:endParaRPr lang="it-IT"/>
          </a:p>
        </p:txBody>
      </p:sp>
    </p:spTree>
    <p:extLst>
      <p:ext uri="{BB962C8B-B14F-4D97-AF65-F5344CB8AC3E}">
        <p14:creationId xmlns:p14="http://schemas.microsoft.com/office/powerpoint/2010/main" val="2089068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13</a:t>
            </a:fld>
            <a:endParaRPr lang="it-IT"/>
          </a:p>
        </p:txBody>
      </p:sp>
    </p:spTree>
    <p:extLst>
      <p:ext uri="{BB962C8B-B14F-4D97-AF65-F5344CB8AC3E}">
        <p14:creationId xmlns:p14="http://schemas.microsoft.com/office/powerpoint/2010/main" val="1705532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14</a:t>
            </a:fld>
            <a:endParaRPr lang="it-IT"/>
          </a:p>
        </p:txBody>
      </p:sp>
    </p:spTree>
    <p:extLst>
      <p:ext uri="{BB962C8B-B14F-4D97-AF65-F5344CB8AC3E}">
        <p14:creationId xmlns:p14="http://schemas.microsoft.com/office/powerpoint/2010/main" val="2084611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21</a:t>
            </a:fld>
            <a:endParaRPr lang="it-IT"/>
          </a:p>
        </p:txBody>
      </p:sp>
    </p:spTree>
    <p:extLst>
      <p:ext uri="{BB962C8B-B14F-4D97-AF65-F5344CB8AC3E}">
        <p14:creationId xmlns:p14="http://schemas.microsoft.com/office/powerpoint/2010/main" val="1101360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22</a:t>
            </a:fld>
            <a:endParaRPr lang="it-IT"/>
          </a:p>
        </p:txBody>
      </p:sp>
    </p:spTree>
    <p:extLst>
      <p:ext uri="{BB962C8B-B14F-4D97-AF65-F5344CB8AC3E}">
        <p14:creationId xmlns:p14="http://schemas.microsoft.com/office/powerpoint/2010/main" val="590261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23</a:t>
            </a:fld>
            <a:endParaRPr lang="it-IT"/>
          </a:p>
        </p:txBody>
      </p:sp>
    </p:spTree>
    <p:extLst>
      <p:ext uri="{BB962C8B-B14F-4D97-AF65-F5344CB8AC3E}">
        <p14:creationId xmlns:p14="http://schemas.microsoft.com/office/powerpoint/2010/main" val="2758592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28</a:t>
            </a:fld>
            <a:endParaRPr lang="it-IT"/>
          </a:p>
        </p:txBody>
      </p:sp>
    </p:spTree>
    <p:extLst>
      <p:ext uri="{BB962C8B-B14F-4D97-AF65-F5344CB8AC3E}">
        <p14:creationId xmlns:p14="http://schemas.microsoft.com/office/powerpoint/2010/main" val="487253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A368837-5288-47E5-A833-E3E3519B3F9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E578F856-4B6A-4ED6-A203-1BE5896FF8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9D2E2E7D-4CA7-43C7-A807-ECCE44C5A945}"/>
              </a:ext>
            </a:extLst>
          </p:cNvPr>
          <p:cNvSpPr>
            <a:spLocks noGrp="1"/>
          </p:cNvSpPr>
          <p:nvPr>
            <p:ph type="dt" sz="half" idx="10"/>
          </p:nvPr>
        </p:nvSpPr>
        <p:spPr/>
        <p:txBody>
          <a:bodyPr/>
          <a:lstStyle/>
          <a:p>
            <a:fld id="{D9C443A6-83DC-4856-A11D-DBC81456071D}" type="datetimeFigureOut">
              <a:rPr lang="it-IT" smtClean="0"/>
              <a:t>25/05/2026</a:t>
            </a:fld>
            <a:endParaRPr lang="it-IT"/>
          </a:p>
        </p:txBody>
      </p:sp>
      <p:sp>
        <p:nvSpPr>
          <p:cNvPr id="5" name="Segnaposto piè di pagina 4">
            <a:extLst>
              <a:ext uri="{FF2B5EF4-FFF2-40B4-BE49-F238E27FC236}">
                <a16:creationId xmlns:a16="http://schemas.microsoft.com/office/drawing/2014/main" id="{DDDA2F36-3038-4040-8483-E73ACE0AD13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FE94B57-E4E9-4A8F-98E3-0E51EC1A2152}"/>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2291012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63C5775-AB0F-46CE-BA22-390245003B7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B16510D4-E73D-451E-B48E-4BCA9307FB89}"/>
              </a:ext>
            </a:extLst>
          </p:cNvPr>
          <p:cNvSpPr>
            <a:spLocks noGrp="1"/>
          </p:cNvSpPr>
          <p:nvPr>
            <p:ph idx="1"/>
          </p:nvPr>
        </p:nvSpPr>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33BDE66-140A-4845-B713-0276F509A865}"/>
              </a:ext>
            </a:extLst>
          </p:cNvPr>
          <p:cNvSpPr>
            <a:spLocks noGrp="1"/>
          </p:cNvSpPr>
          <p:nvPr>
            <p:ph type="dt" sz="half" idx="10"/>
          </p:nvPr>
        </p:nvSpPr>
        <p:spPr/>
        <p:txBody>
          <a:bodyPr/>
          <a:lstStyle/>
          <a:p>
            <a:fld id="{D9C443A6-83DC-4856-A11D-DBC81456071D}" type="datetimeFigureOut">
              <a:rPr lang="it-IT" smtClean="0"/>
              <a:t>25/05/2026</a:t>
            </a:fld>
            <a:endParaRPr lang="it-IT"/>
          </a:p>
        </p:txBody>
      </p:sp>
      <p:sp>
        <p:nvSpPr>
          <p:cNvPr id="5" name="Segnaposto piè di pagina 4">
            <a:extLst>
              <a:ext uri="{FF2B5EF4-FFF2-40B4-BE49-F238E27FC236}">
                <a16:creationId xmlns:a16="http://schemas.microsoft.com/office/drawing/2014/main" id="{E6E24D9D-DAFA-4623-B545-D642CCCC5BA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D60DE184-B902-425B-B1B1-979C12A8FE64}"/>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3412290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E8EE8D5-3730-4DBD-A749-781D78790113}"/>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5FCE7788-352D-48DD-84A7-D04E87F33B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Modifica gli stili del testo dello schema</a:t>
            </a:r>
          </a:p>
        </p:txBody>
      </p:sp>
      <p:sp>
        <p:nvSpPr>
          <p:cNvPr id="4" name="Segnaposto data 3">
            <a:extLst>
              <a:ext uri="{FF2B5EF4-FFF2-40B4-BE49-F238E27FC236}">
                <a16:creationId xmlns:a16="http://schemas.microsoft.com/office/drawing/2014/main" id="{9B2F352B-5879-4EE4-AC7E-A224962B15A2}"/>
              </a:ext>
            </a:extLst>
          </p:cNvPr>
          <p:cNvSpPr>
            <a:spLocks noGrp="1"/>
          </p:cNvSpPr>
          <p:nvPr>
            <p:ph type="dt" sz="half" idx="10"/>
          </p:nvPr>
        </p:nvSpPr>
        <p:spPr/>
        <p:txBody>
          <a:bodyPr/>
          <a:lstStyle/>
          <a:p>
            <a:fld id="{D9C443A6-83DC-4856-A11D-DBC81456071D}" type="datetimeFigureOut">
              <a:rPr lang="it-IT" smtClean="0"/>
              <a:t>25/05/2026</a:t>
            </a:fld>
            <a:endParaRPr lang="it-IT"/>
          </a:p>
        </p:txBody>
      </p:sp>
      <p:sp>
        <p:nvSpPr>
          <p:cNvPr id="5" name="Segnaposto piè di pagina 4">
            <a:extLst>
              <a:ext uri="{FF2B5EF4-FFF2-40B4-BE49-F238E27FC236}">
                <a16:creationId xmlns:a16="http://schemas.microsoft.com/office/drawing/2014/main" id="{FC5737B0-274F-4323-84A7-A6C6B1392D8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F05AE5D-D98A-45E6-85CE-458A4503130F}"/>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3860821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364C420-186E-4B94-972B-7ABA8E9B827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24CD84D-C174-499D-8E8F-0D392E00B6A1}"/>
              </a:ext>
            </a:extLst>
          </p:cNvPr>
          <p:cNvSpPr>
            <a:spLocks noGrp="1"/>
          </p:cNvSpPr>
          <p:nvPr>
            <p:ph sz="half" idx="1"/>
          </p:nvPr>
        </p:nvSpPr>
        <p:spPr>
          <a:xfrm>
            <a:off x="838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B3F88DA7-AFF0-426E-820B-3C838D5B8280}"/>
              </a:ext>
            </a:extLst>
          </p:cNvPr>
          <p:cNvSpPr>
            <a:spLocks noGrp="1"/>
          </p:cNvSpPr>
          <p:nvPr>
            <p:ph sz="half" idx="2"/>
          </p:nvPr>
        </p:nvSpPr>
        <p:spPr>
          <a:xfrm>
            <a:off x="6172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FC0A725E-7EF5-4915-831C-C0F2F5E682BA}"/>
              </a:ext>
            </a:extLst>
          </p:cNvPr>
          <p:cNvSpPr>
            <a:spLocks noGrp="1"/>
          </p:cNvSpPr>
          <p:nvPr>
            <p:ph type="dt" sz="half" idx="10"/>
          </p:nvPr>
        </p:nvSpPr>
        <p:spPr/>
        <p:txBody>
          <a:bodyPr/>
          <a:lstStyle/>
          <a:p>
            <a:fld id="{D9C443A6-83DC-4856-A11D-DBC81456071D}" type="datetimeFigureOut">
              <a:rPr lang="it-IT" smtClean="0"/>
              <a:t>25/05/2026</a:t>
            </a:fld>
            <a:endParaRPr lang="it-IT"/>
          </a:p>
        </p:txBody>
      </p:sp>
      <p:sp>
        <p:nvSpPr>
          <p:cNvPr id="6" name="Segnaposto piè di pagina 5">
            <a:extLst>
              <a:ext uri="{FF2B5EF4-FFF2-40B4-BE49-F238E27FC236}">
                <a16:creationId xmlns:a16="http://schemas.microsoft.com/office/drawing/2014/main" id="{9CD361F0-0898-40D5-BF49-830517AD9B9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34E2330-B793-45D4-B81A-4E306F5F5826}"/>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568593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BB5F04-31DF-43EB-956B-4EAC3EBEC2FD}"/>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53D81060-765D-41DE-A86C-916CE0295E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4" name="Segnaposto contenuto 3">
            <a:extLst>
              <a:ext uri="{FF2B5EF4-FFF2-40B4-BE49-F238E27FC236}">
                <a16:creationId xmlns:a16="http://schemas.microsoft.com/office/drawing/2014/main" id="{A88A0D31-EDD4-4372-A8C7-6343D7C4FD84}"/>
              </a:ext>
            </a:extLst>
          </p:cNvPr>
          <p:cNvSpPr>
            <a:spLocks noGrp="1"/>
          </p:cNvSpPr>
          <p:nvPr>
            <p:ph sz="half" idx="2"/>
          </p:nvPr>
        </p:nvSpPr>
        <p:spPr>
          <a:xfrm>
            <a:off x="839788" y="2505075"/>
            <a:ext cx="5157787"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07D0FA69-B712-46BC-9393-03F759648D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6" name="Segnaposto contenuto 5">
            <a:extLst>
              <a:ext uri="{FF2B5EF4-FFF2-40B4-BE49-F238E27FC236}">
                <a16:creationId xmlns:a16="http://schemas.microsoft.com/office/drawing/2014/main" id="{E55F1BD7-4DCA-4EB9-A453-353920514E1B}"/>
              </a:ext>
            </a:extLst>
          </p:cNvPr>
          <p:cNvSpPr>
            <a:spLocks noGrp="1"/>
          </p:cNvSpPr>
          <p:nvPr>
            <p:ph sz="quarter" idx="4"/>
          </p:nvPr>
        </p:nvSpPr>
        <p:spPr>
          <a:xfrm>
            <a:off x="6172200" y="2505075"/>
            <a:ext cx="5183188"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831EA687-BCAD-4D59-9B5A-A8C15BB78591}"/>
              </a:ext>
            </a:extLst>
          </p:cNvPr>
          <p:cNvSpPr>
            <a:spLocks noGrp="1"/>
          </p:cNvSpPr>
          <p:nvPr>
            <p:ph type="dt" sz="half" idx="10"/>
          </p:nvPr>
        </p:nvSpPr>
        <p:spPr/>
        <p:txBody>
          <a:bodyPr/>
          <a:lstStyle/>
          <a:p>
            <a:fld id="{D9C443A6-83DC-4856-A11D-DBC81456071D}" type="datetimeFigureOut">
              <a:rPr lang="it-IT" smtClean="0"/>
              <a:t>25/05/2026</a:t>
            </a:fld>
            <a:endParaRPr lang="it-IT"/>
          </a:p>
        </p:txBody>
      </p:sp>
      <p:sp>
        <p:nvSpPr>
          <p:cNvPr id="8" name="Segnaposto piè di pagina 7">
            <a:extLst>
              <a:ext uri="{FF2B5EF4-FFF2-40B4-BE49-F238E27FC236}">
                <a16:creationId xmlns:a16="http://schemas.microsoft.com/office/drawing/2014/main" id="{D6B3CED9-8688-43D0-98F1-E8E3D189D57B}"/>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5B00C7AF-27C8-4F0A-BC21-05660E2FE13A}"/>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196244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A02E6E2-3353-4A3A-8B2C-BDACE1973B93}"/>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6D8C5F73-F032-4CC9-B247-78BA3D9E0810}"/>
              </a:ext>
            </a:extLst>
          </p:cNvPr>
          <p:cNvSpPr>
            <a:spLocks noGrp="1"/>
          </p:cNvSpPr>
          <p:nvPr>
            <p:ph type="dt" sz="half" idx="10"/>
          </p:nvPr>
        </p:nvSpPr>
        <p:spPr/>
        <p:txBody>
          <a:bodyPr/>
          <a:lstStyle/>
          <a:p>
            <a:fld id="{D9C443A6-83DC-4856-A11D-DBC81456071D}" type="datetimeFigureOut">
              <a:rPr lang="it-IT" smtClean="0"/>
              <a:t>25/05/2026</a:t>
            </a:fld>
            <a:endParaRPr lang="it-IT"/>
          </a:p>
        </p:txBody>
      </p:sp>
      <p:sp>
        <p:nvSpPr>
          <p:cNvPr id="4" name="Segnaposto piè di pagina 3">
            <a:extLst>
              <a:ext uri="{FF2B5EF4-FFF2-40B4-BE49-F238E27FC236}">
                <a16:creationId xmlns:a16="http://schemas.microsoft.com/office/drawing/2014/main" id="{8D635235-9FE9-4CEF-87A0-F66DC6DEEB16}"/>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47B71705-86F9-4116-8F32-A13CE56CEE90}"/>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976628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BC8D9CB1-8F78-4C37-AD0A-B492C0678076}"/>
              </a:ext>
            </a:extLst>
          </p:cNvPr>
          <p:cNvSpPr>
            <a:spLocks noGrp="1"/>
          </p:cNvSpPr>
          <p:nvPr>
            <p:ph type="dt" sz="half" idx="10"/>
          </p:nvPr>
        </p:nvSpPr>
        <p:spPr/>
        <p:txBody>
          <a:bodyPr/>
          <a:lstStyle/>
          <a:p>
            <a:fld id="{D9C443A6-83DC-4856-A11D-DBC81456071D}" type="datetimeFigureOut">
              <a:rPr lang="it-IT" smtClean="0"/>
              <a:t>25/05/2026</a:t>
            </a:fld>
            <a:endParaRPr lang="it-IT"/>
          </a:p>
        </p:txBody>
      </p:sp>
      <p:sp>
        <p:nvSpPr>
          <p:cNvPr id="3" name="Segnaposto piè di pagina 2">
            <a:extLst>
              <a:ext uri="{FF2B5EF4-FFF2-40B4-BE49-F238E27FC236}">
                <a16:creationId xmlns:a16="http://schemas.microsoft.com/office/drawing/2014/main" id="{9B540092-6ABE-420D-A902-021F6538AAD4}"/>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ABBE8BC9-4090-4683-B534-3818804D7780}"/>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984771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BC9FB83-FA33-45B9-BFEC-D5C829B778F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B1EF28E-23D5-4DBB-A827-4D40FAE85F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7D0A8C9A-3FD8-41BC-B0D6-BABC43A0C4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a:extLst>
              <a:ext uri="{FF2B5EF4-FFF2-40B4-BE49-F238E27FC236}">
                <a16:creationId xmlns:a16="http://schemas.microsoft.com/office/drawing/2014/main" id="{E961658A-27D5-4587-9A78-FA2704CEDA40}"/>
              </a:ext>
            </a:extLst>
          </p:cNvPr>
          <p:cNvSpPr>
            <a:spLocks noGrp="1"/>
          </p:cNvSpPr>
          <p:nvPr>
            <p:ph type="dt" sz="half" idx="10"/>
          </p:nvPr>
        </p:nvSpPr>
        <p:spPr/>
        <p:txBody>
          <a:bodyPr/>
          <a:lstStyle/>
          <a:p>
            <a:fld id="{D9C443A6-83DC-4856-A11D-DBC81456071D}" type="datetimeFigureOut">
              <a:rPr lang="it-IT" smtClean="0"/>
              <a:t>25/05/2026</a:t>
            </a:fld>
            <a:endParaRPr lang="it-IT"/>
          </a:p>
        </p:txBody>
      </p:sp>
      <p:sp>
        <p:nvSpPr>
          <p:cNvPr id="6" name="Segnaposto piè di pagina 5">
            <a:extLst>
              <a:ext uri="{FF2B5EF4-FFF2-40B4-BE49-F238E27FC236}">
                <a16:creationId xmlns:a16="http://schemas.microsoft.com/office/drawing/2014/main" id="{6D43C08F-25A8-451C-9502-B6C2C852C37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F7D59952-49F9-4D6B-83B0-AE52CF3FB1B5}"/>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073208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F2872A0-49A4-41AE-9158-785521A3E8A5}"/>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DF092E96-E1E5-4E7B-8169-7BDB7C6162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1C869C89-12CD-4FE1-A00B-CA7CB7DDFC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a:extLst>
              <a:ext uri="{FF2B5EF4-FFF2-40B4-BE49-F238E27FC236}">
                <a16:creationId xmlns:a16="http://schemas.microsoft.com/office/drawing/2014/main" id="{1C84C2D0-BE17-4C01-81C6-72CF033D2797}"/>
              </a:ext>
            </a:extLst>
          </p:cNvPr>
          <p:cNvSpPr>
            <a:spLocks noGrp="1"/>
          </p:cNvSpPr>
          <p:nvPr>
            <p:ph type="dt" sz="half" idx="10"/>
          </p:nvPr>
        </p:nvSpPr>
        <p:spPr/>
        <p:txBody>
          <a:bodyPr/>
          <a:lstStyle/>
          <a:p>
            <a:fld id="{D9C443A6-83DC-4856-A11D-DBC81456071D}" type="datetimeFigureOut">
              <a:rPr lang="it-IT" smtClean="0"/>
              <a:t>25/05/2026</a:t>
            </a:fld>
            <a:endParaRPr lang="it-IT"/>
          </a:p>
        </p:txBody>
      </p:sp>
      <p:sp>
        <p:nvSpPr>
          <p:cNvPr id="6" name="Segnaposto piè di pagina 5">
            <a:extLst>
              <a:ext uri="{FF2B5EF4-FFF2-40B4-BE49-F238E27FC236}">
                <a16:creationId xmlns:a16="http://schemas.microsoft.com/office/drawing/2014/main" id="{C752A295-24E9-4505-B8F6-F1E8AF0C99C6}"/>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621BB4F-4DF6-41EF-9BAE-3593EECE76AA}"/>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2418801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8AA7206-1E15-48EB-9513-5090494FA5F8}"/>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752D3766-4530-4B58-BB58-6A7C97BDF323}"/>
              </a:ext>
            </a:extLst>
          </p:cNvPr>
          <p:cNvSpPr>
            <a:spLocks noGrp="1"/>
          </p:cNvSpPr>
          <p:nvPr>
            <p:ph type="body" orient="vert" idx="1"/>
          </p:nvPr>
        </p:nvSpPr>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7F698F9-B520-4001-8F4A-D067C36FF8F3}"/>
              </a:ext>
            </a:extLst>
          </p:cNvPr>
          <p:cNvSpPr>
            <a:spLocks noGrp="1"/>
          </p:cNvSpPr>
          <p:nvPr>
            <p:ph type="dt" sz="half" idx="10"/>
          </p:nvPr>
        </p:nvSpPr>
        <p:spPr/>
        <p:txBody>
          <a:bodyPr/>
          <a:lstStyle/>
          <a:p>
            <a:fld id="{D9C443A6-83DC-4856-A11D-DBC81456071D}" type="datetimeFigureOut">
              <a:rPr lang="it-IT" smtClean="0"/>
              <a:t>25/05/2026</a:t>
            </a:fld>
            <a:endParaRPr lang="it-IT"/>
          </a:p>
        </p:txBody>
      </p:sp>
      <p:sp>
        <p:nvSpPr>
          <p:cNvPr id="5" name="Segnaposto piè di pagina 4">
            <a:extLst>
              <a:ext uri="{FF2B5EF4-FFF2-40B4-BE49-F238E27FC236}">
                <a16:creationId xmlns:a16="http://schemas.microsoft.com/office/drawing/2014/main" id="{0CC86F44-2F84-43CF-9F7E-58E0AAF93FD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F506024-6409-4235-B64A-8715E416E4B6}"/>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3495143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DD73AA2F-F844-4B33-9D7A-65FF40BFA15E}"/>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13E856E-C78D-4558-A739-2748DE8F4005}"/>
              </a:ext>
            </a:extLst>
          </p:cNvPr>
          <p:cNvSpPr>
            <a:spLocks noGrp="1"/>
          </p:cNvSpPr>
          <p:nvPr>
            <p:ph type="body" orient="vert" idx="1"/>
          </p:nvPr>
        </p:nvSpPr>
        <p:spPr>
          <a:xfrm>
            <a:off x="838200" y="365125"/>
            <a:ext cx="7734300" cy="5811838"/>
          </a:xfrm>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4EB624E1-4E3E-47D6-A5D1-A0FF513C4FA8}"/>
              </a:ext>
            </a:extLst>
          </p:cNvPr>
          <p:cNvSpPr>
            <a:spLocks noGrp="1"/>
          </p:cNvSpPr>
          <p:nvPr>
            <p:ph type="dt" sz="half" idx="10"/>
          </p:nvPr>
        </p:nvSpPr>
        <p:spPr/>
        <p:txBody>
          <a:bodyPr/>
          <a:lstStyle/>
          <a:p>
            <a:fld id="{D9C443A6-83DC-4856-A11D-DBC81456071D}" type="datetimeFigureOut">
              <a:rPr lang="it-IT" smtClean="0"/>
              <a:t>25/05/2026</a:t>
            </a:fld>
            <a:endParaRPr lang="it-IT"/>
          </a:p>
        </p:txBody>
      </p:sp>
      <p:sp>
        <p:nvSpPr>
          <p:cNvPr id="5" name="Segnaposto piè di pagina 4">
            <a:extLst>
              <a:ext uri="{FF2B5EF4-FFF2-40B4-BE49-F238E27FC236}">
                <a16:creationId xmlns:a16="http://schemas.microsoft.com/office/drawing/2014/main" id="{7AA06D3C-62A8-410B-91E4-2670EFC563E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A8D0662-936B-4C63-9D2B-6BD61185BE9A}"/>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447148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25524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457200" y="1420283"/>
            <a:ext cx="5181600" cy="98001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914400" y="2590800"/>
            <a:ext cx="4267200" cy="1168400"/>
          </a:xfrm>
          <a:prstGeom prst="rect">
            <a:avLst/>
          </a:prstGeom>
          <a:noFill/>
          <a:ln>
            <a:noFill/>
          </a:ln>
        </p:spPr>
        <p:txBody>
          <a:bodyPr spcFirstLastPara="1" wrap="square" lIns="91425" tIns="45700" rIns="91425" bIns="45700" anchor="t" anchorCtr="0">
            <a:normAutofit/>
          </a:bodyPr>
          <a:lstStyle>
            <a:lvl1pPr lvl="0" algn="ctr">
              <a:spcBef>
                <a:spcPts val="427"/>
              </a:spcBef>
              <a:spcAft>
                <a:spcPts val="0"/>
              </a:spcAft>
              <a:buClr>
                <a:srgbClr val="888888"/>
              </a:buClr>
              <a:buSzPts val="3200"/>
              <a:buNone/>
              <a:defRPr>
                <a:solidFill>
                  <a:srgbClr val="888888"/>
                </a:solidFill>
              </a:defRPr>
            </a:lvl1pPr>
            <a:lvl2pPr lvl="1" algn="ctr">
              <a:spcBef>
                <a:spcPts val="373"/>
              </a:spcBef>
              <a:spcAft>
                <a:spcPts val="0"/>
              </a:spcAft>
              <a:buClr>
                <a:srgbClr val="888888"/>
              </a:buClr>
              <a:buSzPts val="2800"/>
              <a:buNone/>
              <a:defRPr>
                <a:solidFill>
                  <a:srgbClr val="888888"/>
                </a:solidFill>
              </a:defRPr>
            </a:lvl2pPr>
            <a:lvl3pPr lvl="2" algn="ctr">
              <a:spcBef>
                <a:spcPts val="320"/>
              </a:spcBef>
              <a:spcAft>
                <a:spcPts val="0"/>
              </a:spcAft>
              <a:buClr>
                <a:srgbClr val="888888"/>
              </a:buClr>
              <a:buSzPts val="2400"/>
              <a:buNone/>
              <a:defRPr>
                <a:solidFill>
                  <a:srgbClr val="888888"/>
                </a:solidFill>
              </a:defRPr>
            </a:lvl3pPr>
            <a:lvl4pPr lvl="3" algn="ctr">
              <a:spcBef>
                <a:spcPts val="267"/>
              </a:spcBef>
              <a:spcAft>
                <a:spcPts val="0"/>
              </a:spcAft>
              <a:buClr>
                <a:srgbClr val="888888"/>
              </a:buClr>
              <a:buSzPts val="2000"/>
              <a:buNone/>
              <a:defRPr>
                <a:solidFill>
                  <a:srgbClr val="888888"/>
                </a:solidFill>
              </a:defRPr>
            </a:lvl4pPr>
            <a:lvl5pPr lvl="4" algn="ctr">
              <a:spcBef>
                <a:spcPts val="267"/>
              </a:spcBef>
              <a:spcAft>
                <a:spcPts val="0"/>
              </a:spcAft>
              <a:buClr>
                <a:srgbClr val="888888"/>
              </a:buClr>
              <a:buSzPts val="2000"/>
              <a:buNone/>
              <a:defRPr>
                <a:solidFill>
                  <a:srgbClr val="888888"/>
                </a:solidFill>
              </a:defRPr>
            </a:lvl5pPr>
            <a:lvl6pPr lvl="5" algn="ctr">
              <a:spcBef>
                <a:spcPts val="267"/>
              </a:spcBef>
              <a:spcAft>
                <a:spcPts val="0"/>
              </a:spcAft>
              <a:buClr>
                <a:srgbClr val="888888"/>
              </a:buClr>
              <a:buSzPts val="2000"/>
              <a:buNone/>
              <a:defRPr>
                <a:solidFill>
                  <a:srgbClr val="888888"/>
                </a:solidFill>
              </a:defRPr>
            </a:lvl6pPr>
            <a:lvl7pPr lvl="6" algn="ctr">
              <a:spcBef>
                <a:spcPts val="267"/>
              </a:spcBef>
              <a:spcAft>
                <a:spcPts val="0"/>
              </a:spcAft>
              <a:buClr>
                <a:srgbClr val="888888"/>
              </a:buClr>
              <a:buSzPts val="2000"/>
              <a:buNone/>
              <a:defRPr>
                <a:solidFill>
                  <a:srgbClr val="888888"/>
                </a:solidFill>
              </a:defRPr>
            </a:lvl7pPr>
            <a:lvl8pPr lvl="7" algn="ctr">
              <a:spcBef>
                <a:spcPts val="267"/>
              </a:spcBef>
              <a:spcAft>
                <a:spcPts val="0"/>
              </a:spcAft>
              <a:buClr>
                <a:srgbClr val="888888"/>
              </a:buClr>
              <a:buSzPts val="2000"/>
              <a:buNone/>
              <a:defRPr>
                <a:solidFill>
                  <a:srgbClr val="888888"/>
                </a:solidFill>
              </a:defRPr>
            </a:lvl8pPr>
            <a:lvl9pPr lvl="8" algn="ctr">
              <a:spcBef>
                <a:spcPts val="267"/>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842101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481542" y="2937934"/>
            <a:ext cx="5181600" cy="90805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2667"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481542" y="1937809"/>
            <a:ext cx="5181600" cy="1000125"/>
          </a:xfrm>
          <a:prstGeom prst="rect">
            <a:avLst/>
          </a:prstGeom>
          <a:noFill/>
          <a:ln>
            <a:noFill/>
          </a:ln>
        </p:spPr>
        <p:txBody>
          <a:bodyPr spcFirstLastPara="1" wrap="square" lIns="91425" tIns="45700" rIns="91425" bIns="45700" anchor="b" anchorCtr="0">
            <a:normAutofit/>
          </a:bodyPr>
          <a:lstStyle>
            <a:lvl1pPr marL="304815" lvl="0" indent="-152408" algn="l">
              <a:spcBef>
                <a:spcPts val="267"/>
              </a:spcBef>
              <a:spcAft>
                <a:spcPts val="0"/>
              </a:spcAft>
              <a:buClr>
                <a:srgbClr val="888888"/>
              </a:buClr>
              <a:buSzPts val="2000"/>
              <a:buNone/>
              <a:defRPr sz="1333">
                <a:solidFill>
                  <a:srgbClr val="888888"/>
                </a:solidFill>
              </a:defRPr>
            </a:lvl1pPr>
            <a:lvl2pPr marL="609630" lvl="1" indent="-152408" algn="l">
              <a:spcBef>
                <a:spcPts val="240"/>
              </a:spcBef>
              <a:spcAft>
                <a:spcPts val="0"/>
              </a:spcAft>
              <a:buClr>
                <a:srgbClr val="888888"/>
              </a:buClr>
              <a:buSzPts val="1800"/>
              <a:buNone/>
              <a:defRPr sz="1200">
                <a:solidFill>
                  <a:srgbClr val="888888"/>
                </a:solidFill>
              </a:defRPr>
            </a:lvl2pPr>
            <a:lvl3pPr marL="914446" lvl="2" indent="-152408" algn="l">
              <a:spcBef>
                <a:spcPts val="213"/>
              </a:spcBef>
              <a:spcAft>
                <a:spcPts val="0"/>
              </a:spcAft>
              <a:buClr>
                <a:srgbClr val="888888"/>
              </a:buClr>
              <a:buSzPts val="1600"/>
              <a:buNone/>
              <a:defRPr sz="1067">
                <a:solidFill>
                  <a:srgbClr val="888888"/>
                </a:solidFill>
              </a:defRPr>
            </a:lvl3pPr>
            <a:lvl4pPr marL="1219261" lvl="3" indent="-152408" algn="l">
              <a:spcBef>
                <a:spcPts val="187"/>
              </a:spcBef>
              <a:spcAft>
                <a:spcPts val="0"/>
              </a:spcAft>
              <a:buClr>
                <a:srgbClr val="888888"/>
              </a:buClr>
              <a:buSzPts val="1400"/>
              <a:buNone/>
              <a:defRPr sz="933">
                <a:solidFill>
                  <a:srgbClr val="888888"/>
                </a:solidFill>
              </a:defRPr>
            </a:lvl4pPr>
            <a:lvl5pPr marL="1524076" lvl="4" indent="-152408" algn="l">
              <a:spcBef>
                <a:spcPts val="187"/>
              </a:spcBef>
              <a:spcAft>
                <a:spcPts val="0"/>
              </a:spcAft>
              <a:buClr>
                <a:srgbClr val="888888"/>
              </a:buClr>
              <a:buSzPts val="1400"/>
              <a:buNone/>
              <a:defRPr sz="933">
                <a:solidFill>
                  <a:srgbClr val="888888"/>
                </a:solidFill>
              </a:defRPr>
            </a:lvl5pPr>
            <a:lvl6pPr marL="1828891" lvl="5" indent="-152408" algn="l">
              <a:spcBef>
                <a:spcPts val="187"/>
              </a:spcBef>
              <a:spcAft>
                <a:spcPts val="0"/>
              </a:spcAft>
              <a:buClr>
                <a:srgbClr val="888888"/>
              </a:buClr>
              <a:buSzPts val="1400"/>
              <a:buNone/>
              <a:defRPr sz="933">
                <a:solidFill>
                  <a:srgbClr val="888888"/>
                </a:solidFill>
              </a:defRPr>
            </a:lvl6pPr>
            <a:lvl7pPr marL="2133707" lvl="6" indent="-152408" algn="l">
              <a:spcBef>
                <a:spcPts val="187"/>
              </a:spcBef>
              <a:spcAft>
                <a:spcPts val="0"/>
              </a:spcAft>
              <a:buClr>
                <a:srgbClr val="888888"/>
              </a:buClr>
              <a:buSzPts val="1400"/>
              <a:buNone/>
              <a:defRPr sz="933">
                <a:solidFill>
                  <a:srgbClr val="888888"/>
                </a:solidFill>
              </a:defRPr>
            </a:lvl7pPr>
            <a:lvl8pPr marL="2438522" lvl="7" indent="-152408" algn="l">
              <a:spcBef>
                <a:spcPts val="187"/>
              </a:spcBef>
              <a:spcAft>
                <a:spcPts val="0"/>
              </a:spcAft>
              <a:buClr>
                <a:srgbClr val="888888"/>
              </a:buClr>
              <a:buSzPts val="1400"/>
              <a:buNone/>
              <a:defRPr sz="933">
                <a:solidFill>
                  <a:srgbClr val="888888"/>
                </a:solidFill>
              </a:defRPr>
            </a:lvl8pPr>
            <a:lvl9pPr marL="2743337" lvl="8" indent="-152408" algn="l">
              <a:spcBef>
                <a:spcPts val="187"/>
              </a:spcBef>
              <a:spcAft>
                <a:spcPts val="0"/>
              </a:spcAft>
              <a:buClr>
                <a:srgbClr val="888888"/>
              </a:buClr>
              <a:buSzPts val="1400"/>
              <a:buNone/>
              <a:defRPr sz="933">
                <a:solidFill>
                  <a:srgbClr val="888888"/>
                </a:solidFill>
              </a:defRPr>
            </a:lvl9pPr>
          </a:lstStyle>
          <a:p>
            <a:endParaRPr/>
          </a:p>
        </p:txBody>
      </p:sp>
      <p:sp>
        <p:nvSpPr>
          <p:cNvPr id="30" name="Google Shape;30;p5"/>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759230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304800" y="1066800"/>
            <a:ext cx="2692400" cy="3017309"/>
          </a:xfrm>
          <a:prstGeom prst="rect">
            <a:avLst/>
          </a:prstGeom>
          <a:noFill/>
          <a:ln>
            <a:noFill/>
          </a:ln>
        </p:spPr>
        <p:txBody>
          <a:bodyPr spcFirstLastPara="1" wrap="square" lIns="91425" tIns="45700" rIns="91425" bIns="45700" anchor="t" anchorCtr="0">
            <a:normAutofit/>
          </a:bodyPr>
          <a:lstStyle>
            <a:lvl1pPr marL="304815" lvl="0" indent="-270947" algn="l">
              <a:spcBef>
                <a:spcPts val="373"/>
              </a:spcBef>
              <a:spcAft>
                <a:spcPts val="0"/>
              </a:spcAft>
              <a:buClr>
                <a:schemeClr val="dk1"/>
              </a:buClr>
              <a:buSzPts val="2800"/>
              <a:buChar char="•"/>
              <a:defRPr sz="1867"/>
            </a:lvl1pPr>
            <a:lvl2pPr marL="609630" lvl="1" indent="-254013" algn="l">
              <a:spcBef>
                <a:spcPts val="320"/>
              </a:spcBef>
              <a:spcAft>
                <a:spcPts val="0"/>
              </a:spcAft>
              <a:buClr>
                <a:schemeClr val="dk1"/>
              </a:buClr>
              <a:buSzPts val="2400"/>
              <a:buChar char="–"/>
              <a:defRPr sz="1600"/>
            </a:lvl2pPr>
            <a:lvl3pPr marL="914446" lvl="2" indent="-237079" algn="l">
              <a:spcBef>
                <a:spcPts val="267"/>
              </a:spcBef>
              <a:spcAft>
                <a:spcPts val="0"/>
              </a:spcAft>
              <a:buClr>
                <a:schemeClr val="dk1"/>
              </a:buClr>
              <a:buSzPts val="2000"/>
              <a:buChar char="•"/>
              <a:defRPr sz="1333"/>
            </a:lvl3pPr>
            <a:lvl4pPr marL="1219261" lvl="3" indent="-228611" algn="l">
              <a:spcBef>
                <a:spcPts val="240"/>
              </a:spcBef>
              <a:spcAft>
                <a:spcPts val="0"/>
              </a:spcAft>
              <a:buClr>
                <a:schemeClr val="dk1"/>
              </a:buClr>
              <a:buSzPts val="1800"/>
              <a:buChar char="–"/>
              <a:defRPr sz="1200"/>
            </a:lvl4pPr>
            <a:lvl5pPr marL="1524076" lvl="4" indent="-228611" algn="l">
              <a:spcBef>
                <a:spcPts val="240"/>
              </a:spcBef>
              <a:spcAft>
                <a:spcPts val="0"/>
              </a:spcAft>
              <a:buClr>
                <a:schemeClr val="dk1"/>
              </a:buClr>
              <a:buSzPts val="1800"/>
              <a:buChar char="»"/>
              <a:defRPr sz="1200"/>
            </a:lvl5pPr>
            <a:lvl6pPr marL="1828891" lvl="5" indent="-228611" algn="l">
              <a:spcBef>
                <a:spcPts val="240"/>
              </a:spcBef>
              <a:spcAft>
                <a:spcPts val="0"/>
              </a:spcAft>
              <a:buClr>
                <a:schemeClr val="dk1"/>
              </a:buClr>
              <a:buSzPts val="1800"/>
              <a:buChar char="•"/>
              <a:defRPr sz="1200"/>
            </a:lvl6pPr>
            <a:lvl7pPr marL="2133707" lvl="6" indent="-228611" algn="l">
              <a:spcBef>
                <a:spcPts val="240"/>
              </a:spcBef>
              <a:spcAft>
                <a:spcPts val="0"/>
              </a:spcAft>
              <a:buClr>
                <a:schemeClr val="dk1"/>
              </a:buClr>
              <a:buSzPts val="1800"/>
              <a:buChar char="•"/>
              <a:defRPr sz="1200"/>
            </a:lvl7pPr>
            <a:lvl8pPr marL="2438522" lvl="7" indent="-228611" algn="l">
              <a:spcBef>
                <a:spcPts val="240"/>
              </a:spcBef>
              <a:spcAft>
                <a:spcPts val="0"/>
              </a:spcAft>
              <a:buClr>
                <a:schemeClr val="dk1"/>
              </a:buClr>
              <a:buSzPts val="1800"/>
              <a:buChar char="•"/>
              <a:defRPr sz="1200"/>
            </a:lvl8pPr>
            <a:lvl9pPr marL="2743337" lvl="8" indent="-228611" algn="l">
              <a:spcBef>
                <a:spcPts val="240"/>
              </a:spcBef>
              <a:spcAft>
                <a:spcPts val="0"/>
              </a:spcAft>
              <a:buClr>
                <a:schemeClr val="dk1"/>
              </a:buClr>
              <a:buSzPts val="1800"/>
              <a:buChar char="•"/>
              <a:defRPr sz="1200"/>
            </a:lvl9pPr>
          </a:lstStyle>
          <a:p>
            <a:endParaRPr/>
          </a:p>
        </p:txBody>
      </p:sp>
      <p:sp>
        <p:nvSpPr>
          <p:cNvPr id="36" name="Google Shape;36;p6"/>
          <p:cNvSpPr txBox="1">
            <a:spLocks noGrp="1"/>
          </p:cNvSpPr>
          <p:nvPr>
            <p:ph type="body" idx="2"/>
          </p:nvPr>
        </p:nvSpPr>
        <p:spPr>
          <a:xfrm>
            <a:off x="3098800" y="1066800"/>
            <a:ext cx="2692400" cy="3017309"/>
          </a:xfrm>
          <a:prstGeom prst="rect">
            <a:avLst/>
          </a:prstGeom>
          <a:noFill/>
          <a:ln>
            <a:noFill/>
          </a:ln>
        </p:spPr>
        <p:txBody>
          <a:bodyPr spcFirstLastPara="1" wrap="square" lIns="91425" tIns="45700" rIns="91425" bIns="45700" anchor="t" anchorCtr="0">
            <a:normAutofit/>
          </a:bodyPr>
          <a:lstStyle>
            <a:lvl1pPr marL="304815" lvl="0" indent="-270947" algn="l">
              <a:spcBef>
                <a:spcPts val="373"/>
              </a:spcBef>
              <a:spcAft>
                <a:spcPts val="0"/>
              </a:spcAft>
              <a:buClr>
                <a:schemeClr val="dk1"/>
              </a:buClr>
              <a:buSzPts val="2800"/>
              <a:buChar char="•"/>
              <a:defRPr sz="1867"/>
            </a:lvl1pPr>
            <a:lvl2pPr marL="609630" lvl="1" indent="-254013" algn="l">
              <a:spcBef>
                <a:spcPts val="320"/>
              </a:spcBef>
              <a:spcAft>
                <a:spcPts val="0"/>
              </a:spcAft>
              <a:buClr>
                <a:schemeClr val="dk1"/>
              </a:buClr>
              <a:buSzPts val="2400"/>
              <a:buChar char="–"/>
              <a:defRPr sz="1600"/>
            </a:lvl2pPr>
            <a:lvl3pPr marL="914446" lvl="2" indent="-237079" algn="l">
              <a:spcBef>
                <a:spcPts val="267"/>
              </a:spcBef>
              <a:spcAft>
                <a:spcPts val="0"/>
              </a:spcAft>
              <a:buClr>
                <a:schemeClr val="dk1"/>
              </a:buClr>
              <a:buSzPts val="2000"/>
              <a:buChar char="•"/>
              <a:defRPr sz="1333"/>
            </a:lvl3pPr>
            <a:lvl4pPr marL="1219261" lvl="3" indent="-228611" algn="l">
              <a:spcBef>
                <a:spcPts val="240"/>
              </a:spcBef>
              <a:spcAft>
                <a:spcPts val="0"/>
              </a:spcAft>
              <a:buClr>
                <a:schemeClr val="dk1"/>
              </a:buClr>
              <a:buSzPts val="1800"/>
              <a:buChar char="–"/>
              <a:defRPr sz="1200"/>
            </a:lvl4pPr>
            <a:lvl5pPr marL="1524076" lvl="4" indent="-228611" algn="l">
              <a:spcBef>
                <a:spcPts val="240"/>
              </a:spcBef>
              <a:spcAft>
                <a:spcPts val="0"/>
              </a:spcAft>
              <a:buClr>
                <a:schemeClr val="dk1"/>
              </a:buClr>
              <a:buSzPts val="1800"/>
              <a:buChar char="»"/>
              <a:defRPr sz="1200"/>
            </a:lvl5pPr>
            <a:lvl6pPr marL="1828891" lvl="5" indent="-228611" algn="l">
              <a:spcBef>
                <a:spcPts val="240"/>
              </a:spcBef>
              <a:spcAft>
                <a:spcPts val="0"/>
              </a:spcAft>
              <a:buClr>
                <a:schemeClr val="dk1"/>
              </a:buClr>
              <a:buSzPts val="1800"/>
              <a:buChar char="•"/>
              <a:defRPr sz="1200"/>
            </a:lvl6pPr>
            <a:lvl7pPr marL="2133707" lvl="6" indent="-228611" algn="l">
              <a:spcBef>
                <a:spcPts val="240"/>
              </a:spcBef>
              <a:spcAft>
                <a:spcPts val="0"/>
              </a:spcAft>
              <a:buClr>
                <a:schemeClr val="dk1"/>
              </a:buClr>
              <a:buSzPts val="1800"/>
              <a:buChar char="•"/>
              <a:defRPr sz="1200"/>
            </a:lvl7pPr>
            <a:lvl8pPr marL="2438522" lvl="7" indent="-228611" algn="l">
              <a:spcBef>
                <a:spcPts val="240"/>
              </a:spcBef>
              <a:spcAft>
                <a:spcPts val="0"/>
              </a:spcAft>
              <a:buClr>
                <a:schemeClr val="dk1"/>
              </a:buClr>
              <a:buSzPts val="1800"/>
              <a:buChar char="•"/>
              <a:defRPr sz="1200"/>
            </a:lvl8pPr>
            <a:lvl9pPr marL="2743337" lvl="8" indent="-228611" algn="l">
              <a:spcBef>
                <a:spcPts val="240"/>
              </a:spcBef>
              <a:spcAft>
                <a:spcPts val="0"/>
              </a:spcAft>
              <a:buClr>
                <a:schemeClr val="dk1"/>
              </a:buClr>
              <a:buSzPts val="1800"/>
              <a:buChar char="•"/>
              <a:defRPr sz="1200"/>
            </a:lvl9pPr>
          </a:lstStyle>
          <a:p>
            <a:endParaRPr/>
          </a:p>
        </p:txBody>
      </p:sp>
      <p:sp>
        <p:nvSpPr>
          <p:cNvPr id="37" name="Google Shape;37;p6"/>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61010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304800" y="1023409"/>
            <a:ext cx="2693459" cy="426508"/>
          </a:xfrm>
          <a:prstGeom prst="rect">
            <a:avLst/>
          </a:prstGeom>
          <a:noFill/>
          <a:ln>
            <a:noFill/>
          </a:ln>
        </p:spPr>
        <p:txBody>
          <a:bodyPr spcFirstLastPara="1" wrap="square" lIns="91425" tIns="45700" rIns="91425" bIns="45700" anchor="b" anchorCtr="0">
            <a:normAutofit/>
          </a:bodyPr>
          <a:lstStyle>
            <a:lvl1pPr marL="304815" lvl="0" indent="-152408" algn="l">
              <a:spcBef>
                <a:spcPts val="320"/>
              </a:spcBef>
              <a:spcAft>
                <a:spcPts val="0"/>
              </a:spcAft>
              <a:buClr>
                <a:schemeClr val="dk1"/>
              </a:buClr>
              <a:buSzPts val="2400"/>
              <a:buNone/>
              <a:defRPr sz="1600" b="1"/>
            </a:lvl1pPr>
            <a:lvl2pPr marL="609630" lvl="1" indent="-152408" algn="l">
              <a:spcBef>
                <a:spcPts val="267"/>
              </a:spcBef>
              <a:spcAft>
                <a:spcPts val="0"/>
              </a:spcAft>
              <a:buClr>
                <a:schemeClr val="dk1"/>
              </a:buClr>
              <a:buSzPts val="2000"/>
              <a:buNone/>
              <a:defRPr sz="1333" b="1"/>
            </a:lvl2pPr>
            <a:lvl3pPr marL="914446" lvl="2" indent="-152408" algn="l">
              <a:spcBef>
                <a:spcPts val="240"/>
              </a:spcBef>
              <a:spcAft>
                <a:spcPts val="0"/>
              </a:spcAft>
              <a:buClr>
                <a:schemeClr val="dk1"/>
              </a:buClr>
              <a:buSzPts val="1800"/>
              <a:buNone/>
              <a:defRPr sz="1200" b="1"/>
            </a:lvl3pPr>
            <a:lvl4pPr marL="1219261" lvl="3" indent="-152408" algn="l">
              <a:spcBef>
                <a:spcPts val="213"/>
              </a:spcBef>
              <a:spcAft>
                <a:spcPts val="0"/>
              </a:spcAft>
              <a:buClr>
                <a:schemeClr val="dk1"/>
              </a:buClr>
              <a:buSzPts val="1600"/>
              <a:buNone/>
              <a:defRPr sz="1067" b="1"/>
            </a:lvl4pPr>
            <a:lvl5pPr marL="1524076" lvl="4" indent="-152408" algn="l">
              <a:spcBef>
                <a:spcPts val="213"/>
              </a:spcBef>
              <a:spcAft>
                <a:spcPts val="0"/>
              </a:spcAft>
              <a:buClr>
                <a:schemeClr val="dk1"/>
              </a:buClr>
              <a:buSzPts val="1600"/>
              <a:buNone/>
              <a:defRPr sz="1067" b="1"/>
            </a:lvl5pPr>
            <a:lvl6pPr marL="1828891" lvl="5" indent="-152408" algn="l">
              <a:spcBef>
                <a:spcPts val="213"/>
              </a:spcBef>
              <a:spcAft>
                <a:spcPts val="0"/>
              </a:spcAft>
              <a:buClr>
                <a:schemeClr val="dk1"/>
              </a:buClr>
              <a:buSzPts val="1600"/>
              <a:buNone/>
              <a:defRPr sz="1067" b="1"/>
            </a:lvl6pPr>
            <a:lvl7pPr marL="2133707" lvl="6" indent="-152408" algn="l">
              <a:spcBef>
                <a:spcPts val="213"/>
              </a:spcBef>
              <a:spcAft>
                <a:spcPts val="0"/>
              </a:spcAft>
              <a:buClr>
                <a:schemeClr val="dk1"/>
              </a:buClr>
              <a:buSzPts val="1600"/>
              <a:buNone/>
              <a:defRPr sz="1067" b="1"/>
            </a:lvl7pPr>
            <a:lvl8pPr marL="2438522" lvl="7" indent="-152408" algn="l">
              <a:spcBef>
                <a:spcPts val="213"/>
              </a:spcBef>
              <a:spcAft>
                <a:spcPts val="0"/>
              </a:spcAft>
              <a:buClr>
                <a:schemeClr val="dk1"/>
              </a:buClr>
              <a:buSzPts val="1600"/>
              <a:buNone/>
              <a:defRPr sz="1067" b="1"/>
            </a:lvl8pPr>
            <a:lvl9pPr marL="2743337" lvl="8" indent="-152408" algn="l">
              <a:spcBef>
                <a:spcPts val="213"/>
              </a:spcBef>
              <a:spcAft>
                <a:spcPts val="0"/>
              </a:spcAft>
              <a:buClr>
                <a:schemeClr val="dk1"/>
              </a:buClr>
              <a:buSzPts val="1600"/>
              <a:buNone/>
              <a:defRPr sz="1067" b="1"/>
            </a:lvl9pPr>
          </a:lstStyle>
          <a:p>
            <a:endParaRPr/>
          </a:p>
        </p:txBody>
      </p:sp>
      <p:sp>
        <p:nvSpPr>
          <p:cNvPr id="43" name="Google Shape;43;p7"/>
          <p:cNvSpPr txBox="1">
            <a:spLocks noGrp="1"/>
          </p:cNvSpPr>
          <p:nvPr>
            <p:ph type="body" idx="2"/>
          </p:nvPr>
        </p:nvSpPr>
        <p:spPr>
          <a:xfrm>
            <a:off x="304800" y="1449917"/>
            <a:ext cx="2693459" cy="2634192"/>
          </a:xfrm>
          <a:prstGeom prst="rect">
            <a:avLst/>
          </a:prstGeom>
          <a:noFill/>
          <a:ln>
            <a:noFill/>
          </a:ln>
        </p:spPr>
        <p:txBody>
          <a:bodyPr spcFirstLastPara="1" wrap="square" lIns="91425" tIns="45700" rIns="91425" bIns="45700" anchor="t" anchorCtr="0">
            <a:normAutofit/>
          </a:bodyPr>
          <a:lstStyle>
            <a:lvl1pPr marL="304815" lvl="0" indent="-254013" algn="l">
              <a:spcBef>
                <a:spcPts val="320"/>
              </a:spcBef>
              <a:spcAft>
                <a:spcPts val="0"/>
              </a:spcAft>
              <a:buClr>
                <a:schemeClr val="dk1"/>
              </a:buClr>
              <a:buSzPts val="2400"/>
              <a:buChar char="•"/>
              <a:defRPr sz="1600"/>
            </a:lvl1pPr>
            <a:lvl2pPr marL="609630" lvl="1" indent="-237079" algn="l">
              <a:spcBef>
                <a:spcPts val="267"/>
              </a:spcBef>
              <a:spcAft>
                <a:spcPts val="0"/>
              </a:spcAft>
              <a:buClr>
                <a:schemeClr val="dk1"/>
              </a:buClr>
              <a:buSzPts val="2000"/>
              <a:buChar char="–"/>
              <a:defRPr sz="1333"/>
            </a:lvl2pPr>
            <a:lvl3pPr marL="914446" lvl="2" indent="-228611" algn="l">
              <a:spcBef>
                <a:spcPts val="240"/>
              </a:spcBef>
              <a:spcAft>
                <a:spcPts val="0"/>
              </a:spcAft>
              <a:buClr>
                <a:schemeClr val="dk1"/>
              </a:buClr>
              <a:buSzPts val="1800"/>
              <a:buChar char="•"/>
              <a:defRPr sz="1200"/>
            </a:lvl3pPr>
            <a:lvl4pPr marL="1219261" lvl="3" indent="-220144" algn="l">
              <a:spcBef>
                <a:spcPts val="213"/>
              </a:spcBef>
              <a:spcAft>
                <a:spcPts val="0"/>
              </a:spcAft>
              <a:buClr>
                <a:schemeClr val="dk1"/>
              </a:buClr>
              <a:buSzPts val="1600"/>
              <a:buChar char="–"/>
              <a:defRPr sz="1067"/>
            </a:lvl4pPr>
            <a:lvl5pPr marL="1524076" lvl="4" indent="-220144" algn="l">
              <a:spcBef>
                <a:spcPts val="213"/>
              </a:spcBef>
              <a:spcAft>
                <a:spcPts val="0"/>
              </a:spcAft>
              <a:buClr>
                <a:schemeClr val="dk1"/>
              </a:buClr>
              <a:buSzPts val="1600"/>
              <a:buChar char="»"/>
              <a:defRPr sz="1067"/>
            </a:lvl5pPr>
            <a:lvl6pPr marL="1828891" lvl="5" indent="-220144" algn="l">
              <a:spcBef>
                <a:spcPts val="213"/>
              </a:spcBef>
              <a:spcAft>
                <a:spcPts val="0"/>
              </a:spcAft>
              <a:buClr>
                <a:schemeClr val="dk1"/>
              </a:buClr>
              <a:buSzPts val="1600"/>
              <a:buChar char="•"/>
              <a:defRPr sz="1067"/>
            </a:lvl6pPr>
            <a:lvl7pPr marL="2133707" lvl="6" indent="-220144" algn="l">
              <a:spcBef>
                <a:spcPts val="213"/>
              </a:spcBef>
              <a:spcAft>
                <a:spcPts val="0"/>
              </a:spcAft>
              <a:buClr>
                <a:schemeClr val="dk1"/>
              </a:buClr>
              <a:buSzPts val="1600"/>
              <a:buChar char="•"/>
              <a:defRPr sz="1067"/>
            </a:lvl7pPr>
            <a:lvl8pPr marL="2438522" lvl="7" indent="-220144" algn="l">
              <a:spcBef>
                <a:spcPts val="213"/>
              </a:spcBef>
              <a:spcAft>
                <a:spcPts val="0"/>
              </a:spcAft>
              <a:buClr>
                <a:schemeClr val="dk1"/>
              </a:buClr>
              <a:buSzPts val="1600"/>
              <a:buChar char="•"/>
              <a:defRPr sz="1067"/>
            </a:lvl8pPr>
            <a:lvl9pPr marL="2743337" lvl="8" indent="-220144" algn="l">
              <a:spcBef>
                <a:spcPts val="213"/>
              </a:spcBef>
              <a:spcAft>
                <a:spcPts val="0"/>
              </a:spcAft>
              <a:buClr>
                <a:schemeClr val="dk1"/>
              </a:buClr>
              <a:buSzPts val="1600"/>
              <a:buChar char="•"/>
              <a:defRPr sz="1067"/>
            </a:lvl9pPr>
          </a:lstStyle>
          <a:p>
            <a:endParaRPr/>
          </a:p>
        </p:txBody>
      </p:sp>
      <p:sp>
        <p:nvSpPr>
          <p:cNvPr id="44" name="Google Shape;44;p7"/>
          <p:cNvSpPr txBox="1">
            <a:spLocks noGrp="1"/>
          </p:cNvSpPr>
          <p:nvPr>
            <p:ph type="body" idx="3"/>
          </p:nvPr>
        </p:nvSpPr>
        <p:spPr>
          <a:xfrm>
            <a:off x="3096684" y="1023409"/>
            <a:ext cx="2694517" cy="426508"/>
          </a:xfrm>
          <a:prstGeom prst="rect">
            <a:avLst/>
          </a:prstGeom>
          <a:noFill/>
          <a:ln>
            <a:noFill/>
          </a:ln>
        </p:spPr>
        <p:txBody>
          <a:bodyPr spcFirstLastPara="1" wrap="square" lIns="91425" tIns="45700" rIns="91425" bIns="45700" anchor="b" anchorCtr="0">
            <a:normAutofit/>
          </a:bodyPr>
          <a:lstStyle>
            <a:lvl1pPr marL="304815" lvl="0" indent="-152408" algn="l">
              <a:spcBef>
                <a:spcPts val="320"/>
              </a:spcBef>
              <a:spcAft>
                <a:spcPts val="0"/>
              </a:spcAft>
              <a:buClr>
                <a:schemeClr val="dk1"/>
              </a:buClr>
              <a:buSzPts val="2400"/>
              <a:buNone/>
              <a:defRPr sz="1600" b="1"/>
            </a:lvl1pPr>
            <a:lvl2pPr marL="609630" lvl="1" indent="-152408" algn="l">
              <a:spcBef>
                <a:spcPts val="267"/>
              </a:spcBef>
              <a:spcAft>
                <a:spcPts val="0"/>
              </a:spcAft>
              <a:buClr>
                <a:schemeClr val="dk1"/>
              </a:buClr>
              <a:buSzPts val="2000"/>
              <a:buNone/>
              <a:defRPr sz="1333" b="1"/>
            </a:lvl2pPr>
            <a:lvl3pPr marL="914446" lvl="2" indent="-152408" algn="l">
              <a:spcBef>
                <a:spcPts val="240"/>
              </a:spcBef>
              <a:spcAft>
                <a:spcPts val="0"/>
              </a:spcAft>
              <a:buClr>
                <a:schemeClr val="dk1"/>
              </a:buClr>
              <a:buSzPts val="1800"/>
              <a:buNone/>
              <a:defRPr sz="1200" b="1"/>
            </a:lvl3pPr>
            <a:lvl4pPr marL="1219261" lvl="3" indent="-152408" algn="l">
              <a:spcBef>
                <a:spcPts val="213"/>
              </a:spcBef>
              <a:spcAft>
                <a:spcPts val="0"/>
              </a:spcAft>
              <a:buClr>
                <a:schemeClr val="dk1"/>
              </a:buClr>
              <a:buSzPts val="1600"/>
              <a:buNone/>
              <a:defRPr sz="1067" b="1"/>
            </a:lvl4pPr>
            <a:lvl5pPr marL="1524076" lvl="4" indent="-152408" algn="l">
              <a:spcBef>
                <a:spcPts val="213"/>
              </a:spcBef>
              <a:spcAft>
                <a:spcPts val="0"/>
              </a:spcAft>
              <a:buClr>
                <a:schemeClr val="dk1"/>
              </a:buClr>
              <a:buSzPts val="1600"/>
              <a:buNone/>
              <a:defRPr sz="1067" b="1"/>
            </a:lvl5pPr>
            <a:lvl6pPr marL="1828891" lvl="5" indent="-152408" algn="l">
              <a:spcBef>
                <a:spcPts val="213"/>
              </a:spcBef>
              <a:spcAft>
                <a:spcPts val="0"/>
              </a:spcAft>
              <a:buClr>
                <a:schemeClr val="dk1"/>
              </a:buClr>
              <a:buSzPts val="1600"/>
              <a:buNone/>
              <a:defRPr sz="1067" b="1"/>
            </a:lvl6pPr>
            <a:lvl7pPr marL="2133707" lvl="6" indent="-152408" algn="l">
              <a:spcBef>
                <a:spcPts val="213"/>
              </a:spcBef>
              <a:spcAft>
                <a:spcPts val="0"/>
              </a:spcAft>
              <a:buClr>
                <a:schemeClr val="dk1"/>
              </a:buClr>
              <a:buSzPts val="1600"/>
              <a:buNone/>
              <a:defRPr sz="1067" b="1"/>
            </a:lvl7pPr>
            <a:lvl8pPr marL="2438522" lvl="7" indent="-152408" algn="l">
              <a:spcBef>
                <a:spcPts val="213"/>
              </a:spcBef>
              <a:spcAft>
                <a:spcPts val="0"/>
              </a:spcAft>
              <a:buClr>
                <a:schemeClr val="dk1"/>
              </a:buClr>
              <a:buSzPts val="1600"/>
              <a:buNone/>
              <a:defRPr sz="1067" b="1"/>
            </a:lvl8pPr>
            <a:lvl9pPr marL="2743337" lvl="8" indent="-152408" algn="l">
              <a:spcBef>
                <a:spcPts val="213"/>
              </a:spcBef>
              <a:spcAft>
                <a:spcPts val="0"/>
              </a:spcAft>
              <a:buClr>
                <a:schemeClr val="dk1"/>
              </a:buClr>
              <a:buSzPts val="1600"/>
              <a:buNone/>
              <a:defRPr sz="1067" b="1"/>
            </a:lvl9pPr>
          </a:lstStyle>
          <a:p>
            <a:endParaRPr/>
          </a:p>
        </p:txBody>
      </p:sp>
      <p:sp>
        <p:nvSpPr>
          <p:cNvPr id="45" name="Google Shape;45;p7"/>
          <p:cNvSpPr txBox="1">
            <a:spLocks noGrp="1"/>
          </p:cNvSpPr>
          <p:nvPr>
            <p:ph type="body" idx="4"/>
          </p:nvPr>
        </p:nvSpPr>
        <p:spPr>
          <a:xfrm>
            <a:off x="3096684" y="1449917"/>
            <a:ext cx="2694517" cy="2634192"/>
          </a:xfrm>
          <a:prstGeom prst="rect">
            <a:avLst/>
          </a:prstGeom>
          <a:noFill/>
          <a:ln>
            <a:noFill/>
          </a:ln>
        </p:spPr>
        <p:txBody>
          <a:bodyPr spcFirstLastPara="1" wrap="square" lIns="91425" tIns="45700" rIns="91425" bIns="45700" anchor="t" anchorCtr="0">
            <a:normAutofit/>
          </a:bodyPr>
          <a:lstStyle>
            <a:lvl1pPr marL="304815" lvl="0" indent="-254013" algn="l">
              <a:spcBef>
                <a:spcPts val="320"/>
              </a:spcBef>
              <a:spcAft>
                <a:spcPts val="0"/>
              </a:spcAft>
              <a:buClr>
                <a:schemeClr val="dk1"/>
              </a:buClr>
              <a:buSzPts val="2400"/>
              <a:buChar char="•"/>
              <a:defRPr sz="1600"/>
            </a:lvl1pPr>
            <a:lvl2pPr marL="609630" lvl="1" indent="-237079" algn="l">
              <a:spcBef>
                <a:spcPts val="267"/>
              </a:spcBef>
              <a:spcAft>
                <a:spcPts val="0"/>
              </a:spcAft>
              <a:buClr>
                <a:schemeClr val="dk1"/>
              </a:buClr>
              <a:buSzPts val="2000"/>
              <a:buChar char="–"/>
              <a:defRPr sz="1333"/>
            </a:lvl2pPr>
            <a:lvl3pPr marL="914446" lvl="2" indent="-228611" algn="l">
              <a:spcBef>
                <a:spcPts val="240"/>
              </a:spcBef>
              <a:spcAft>
                <a:spcPts val="0"/>
              </a:spcAft>
              <a:buClr>
                <a:schemeClr val="dk1"/>
              </a:buClr>
              <a:buSzPts val="1800"/>
              <a:buChar char="•"/>
              <a:defRPr sz="1200"/>
            </a:lvl3pPr>
            <a:lvl4pPr marL="1219261" lvl="3" indent="-220144" algn="l">
              <a:spcBef>
                <a:spcPts val="213"/>
              </a:spcBef>
              <a:spcAft>
                <a:spcPts val="0"/>
              </a:spcAft>
              <a:buClr>
                <a:schemeClr val="dk1"/>
              </a:buClr>
              <a:buSzPts val="1600"/>
              <a:buChar char="–"/>
              <a:defRPr sz="1067"/>
            </a:lvl4pPr>
            <a:lvl5pPr marL="1524076" lvl="4" indent="-220144" algn="l">
              <a:spcBef>
                <a:spcPts val="213"/>
              </a:spcBef>
              <a:spcAft>
                <a:spcPts val="0"/>
              </a:spcAft>
              <a:buClr>
                <a:schemeClr val="dk1"/>
              </a:buClr>
              <a:buSzPts val="1600"/>
              <a:buChar char="»"/>
              <a:defRPr sz="1067"/>
            </a:lvl5pPr>
            <a:lvl6pPr marL="1828891" lvl="5" indent="-220144" algn="l">
              <a:spcBef>
                <a:spcPts val="213"/>
              </a:spcBef>
              <a:spcAft>
                <a:spcPts val="0"/>
              </a:spcAft>
              <a:buClr>
                <a:schemeClr val="dk1"/>
              </a:buClr>
              <a:buSzPts val="1600"/>
              <a:buChar char="•"/>
              <a:defRPr sz="1067"/>
            </a:lvl6pPr>
            <a:lvl7pPr marL="2133707" lvl="6" indent="-220144" algn="l">
              <a:spcBef>
                <a:spcPts val="213"/>
              </a:spcBef>
              <a:spcAft>
                <a:spcPts val="0"/>
              </a:spcAft>
              <a:buClr>
                <a:schemeClr val="dk1"/>
              </a:buClr>
              <a:buSzPts val="1600"/>
              <a:buChar char="•"/>
              <a:defRPr sz="1067"/>
            </a:lvl7pPr>
            <a:lvl8pPr marL="2438522" lvl="7" indent="-220144" algn="l">
              <a:spcBef>
                <a:spcPts val="213"/>
              </a:spcBef>
              <a:spcAft>
                <a:spcPts val="0"/>
              </a:spcAft>
              <a:buClr>
                <a:schemeClr val="dk1"/>
              </a:buClr>
              <a:buSzPts val="1600"/>
              <a:buChar char="•"/>
              <a:defRPr sz="1067"/>
            </a:lvl8pPr>
            <a:lvl9pPr marL="2743337" lvl="8" indent="-220144" algn="l">
              <a:spcBef>
                <a:spcPts val="213"/>
              </a:spcBef>
              <a:spcAft>
                <a:spcPts val="0"/>
              </a:spcAft>
              <a:buClr>
                <a:schemeClr val="dk1"/>
              </a:buClr>
              <a:buSzPts val="1600"/>
              <a:buChar char="•"/>
              <a:defRPr sz="1067"/>
            </a:lvl9pPr>
          </a:lstStyle>
          <a:p>
            <a:endParaRPr/>
          </a:p>
        </p:txBody>
      </p:sp>
      <p:sp>
        <p:nvSpPr>
          <p:cNvPr id="46" name="Google Shape;46;p7"/>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9911687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4500808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304800" y="182033"/>
            <a:ext cx="2005542" cy="774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333"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2383367" y="182034"/>
            <a:ext cx="3407833" cy="3902075"/>
          </a:xfrm>
          <a:prstGeom prst="rect">
            <a:avLst/>
          </a:prstGeom>
          <a:noFill/>
          <a:ln>
            <a:noFill/>
          </a:ln>
        </p:spPr>
        <p:txBody>
          <a:bodyPr spcFirstLastPara="1" wrap="square" lIns="91425" tIns="45700" rIns="91425" bIns="45700" anchor="t" anchorCtr="0">
            <a:normAutofit/>
          </a:bodyPr>
          <a:lstStyle>
            <a:lvl1pPr marL="304815" lvl="0" indent="-287881" algn="l">
              <a:spcBef>
                <a:spcPts val="427"/>
              </a:spcBef>
              <a:spcAft>
                <a:spcPts val="0"/>
              </a:spcAft>
              <a:buClr>
                <a:schemeClr val="dk1"/>
              </a:buClr>
              <a:buSzPts val="3200"/>
              <a:buChar char="•"/>
              <a:defRPr sz="2133"/>
            </a:lvl1pPr>
            <a:lvl2pPr marL="609630" lvl="1" indent="-270947" algn="l">
              <a:spcBef>
                <a:spcPts val="373"/>
              </a:spcBef>
              <a:spcAft>
                <a:spcPts val="0"/>
              </a:spcAft>
              <a:buClr>
                <a:schemeClr val="dk1"/>
              </a:buClr>
              <a:buSzPts val="2800"/>
              <a:buChar char="–"/>
              <a:defRPr sz="1867"/>
            </a:lvl2pPr>
            <a:lvl3pPr marL="914446" lvl="2" indent="-254013" algn="l">
              <a:spcBef>
                <a:spcPts val="320"/>
              </a:spcBef>
              <a:spcAft>
                <a:spcPts val="0"/>
              </a:spcAft>
              <a:buClr>
                <a:schemeClr val="dk1"/>
              </a:buClr>
              <a:buSzPts val="2400"/>
              <a:buChar char="•"/>
              <a:defRPr sz="1600"/>
            </a:lvl3pPr>
            <a:lvl4pPr marL="1219261" lvl="3" indent="-237079" algn="l">
              <a:spcBef>
                <a:spcPts val="267"/>
              </a:spcBef>
              <a:spcAft>
                <a:spcPts val="0"/>
              </a:spcAft>
              <a:buClr>
                <a:schemeClr val="dk1"/>
              </a:buClr>
              <a:buSzPts val="2000"/>
              <a:buChar char="–"/>
              <a:defRPr sz="1333"/>
            </a:lvl4pPr>
            <a:lvl5pPr marL="1524076" lvl="4" indent="-237079" algn="l">
              <a:spcBef>
                <a:spcPts val="267"/>
              </a:spcBef>
              <a:spcAft>
                <a:spcPts val="0"/>
              </a:spcAft>
              <a:buClr>
                <a:schemeClr val="dk1"/>
              </a:buClr>
              <a:buSzPts val="2000"/>
              <a:buChar char="»"/>
              <a:defRPr sz="1333"/>
            </a:lvl5pPr>
            <a:lvl6pPr marL="1828891" lvl="5" indent="-237079" algn="l">
              <a:spcBef>
                <a:spcPts val="267"/>
              </a:spcBef>
              <a:spcAft>
                <a:spcPts val="0"/>
              </a:spcAft>
              <a:buClr>
                <a:schemeClr val="dk1"/>
              </a:buClr>
              <a:buSzPts val="2000"/>
              <a:buChar char="•"/>
              <a:defRPr sz="1333"/>
            </a:lvl6pPr>
            <a:lvl7pPr marL="2133707" lvl="6" indent="-237079" algn="l">
              <a:spcBef>
                <a:spcPts val="267"/>
              </a:spcBef>
              <a:spcAft>
                <a:spcPts val="0"/>
              </a:spcAft>
              <a:buClr>
                <a:schemeClr val="dk1"/>
              </a:buClr>
              <a:buSzPts val="2000"/>
              <a:buChar char="•"/>
              <a:defRPr sz="1333"/>
            </a:lvl7pPr>
            <a:lvl8pPr marL="2438522" lvl="7" indent="-237079" algn="l">
              <a:spcBef>
                <a:spcPts val="267"/>
              </a:spcBef>
              <a:spcAft>
                <a:spcPts val="0"/>
              </a:spcAft>
              <a:buClr>
                <a:schemeClr val="dk1"/>
              </a:buClr>
              <a:buSzPts val="2000"/>
              <a:buChar char="•"/>
              <a:defRPr sz="1333"/>
            </a:lvl8pPr>
            <a:lvl9pPr marL="2743337" lvl="8" indent="-237079" algn="l">
              <a:spcBef>
                <a:spcPts val="267"/>
              </a:spcBef>
              <a:spcAft>
                <a:spcPts val="0"/>
              </a:spcAft>
              <a:buClr>
                <a:schemeClr val="dk1"/>
              </a:buClr>
              <a:buSzPts val="2000"/>
              <a:buChar char="•"/>
              <a:defRPr sz="1333"/>
            </a:lvl9pPr>
          </a:lstStyle>
          <a:p>
            <a:endParaRPr/>
          </a:p>
        </p:txBody>
      </p:sp>
      <p:sp>
        <p:nvSpPr>
          <p:cNvPr id="57" name="Google Shape;57;p9"/>
          <p:cNvSpPr txBox="1">
            <a:spLocks noGrp="1"/>
          </p:cNvSpPr>
          <p:nvPr>
            <p:ph type="body" idx="2"/>
          </p:nvPr>
        </p:nvSpPr>
        <p:spPr>
          <a:xfrm>
            <a:off x="304800" y="956734"/>
            <a:ext cx="2005542" cy="3127375"/>
          </a:xfrm>
          <a:prstGeom prst="rect">
            <a:avLst/>
          </a:prstGeom>
          <a:noFill/>
          <a:ln>
            <a:noFill/>
          </a:ln>
        </p:spPr>
        <p:txBody>
          <a:bodyPr spcFirstLastPara="1" wrap="square" lIns="91425" tIns="45700" rIns="91425" bIns="45700" anchor="t" anchorCtr="0">
            <a:normAutofit/>
          </a:bodyPr>
          <a:lstStyle>
            <a:lvl1pPr marL="304815" lvl="0" indent="-152408" algn="l">
              <a:spcBef>
                <a:spcPts val="187"/>
              </a:spcBef>
              <a:spcAft>
                <a:spcPts val="0"/>
              </a:spcAft>
              <a:buClr>
                <a:schemeClr val="dk1"/>
              </a:buClr>
              <a:buSzPts val="1400"/>
              <a:buNone/>
              <a:defRPr sz="933"/>
            </a:lvl1pPr>
            <a:lvl2pPr marL="609630" lvl="1" indent="-152408" algn="l">
              <a:spcBef>
                <a:spcPts val="160"/>
              </a:spcBef>
              <a:spcAft>
                <a:spcPts val="0"/>
              </a:spcAft>
              <a:buClr>
                <a:schemeClr val="dk1"/>
              </a:buClr>
              <a:buSzPts val="1200"/>
              <a:buNone/>
              <a:defRPr sz="800"/>
            </a:lvl2pPr>
            <a:lvl3pPr marL="914446" lvl="2" indent="-152408" algn="l">
              <a:spcBef>
                <a:spcPts val="133"/>
              </a:spcBef>
              <a:spcAft>
                <a:spcPts val="0"/>
              </a:spcAft>
              <a:buClr>
                <a:schemeClr val="dk1"/>
              </a:buClr>
              <a:buSzPts val="1000"/>
              <a:buNone/>
              <a:defRPr sz="667"/>
            </a:lvl3pPr>
            <a:lvl4pPr marL="1219261" lvl="3" indent="-152408" algn="l">
              <a:spcBef>
                <a:spcPts val="120"/>
              </a:spcBef>
              <a:spcAft>
                <a:spcPts val="0"/>
              </a:spcAft>
              <a:buClr>
                <a:schemeClr val="dk1"/>
              </a:buClr>
              <a:buSzPts val="900"/>
              <a:buNone/>
              <a:defRPr sz="600"/>
            </a:lvl4pPr>
            <a:lvl5pPr marL="1524076" lvl="4" indent="-152408" algn="l">
              <a:spcBef>
                <a:spcPts val="120"/>
              </a:spcBef>
              <a:spcAft>
                <a:spcPts val="0"/>
              </a:spcAft>
              <a:buClr>
                <a:schemeClr val="dk1"/>
              </a:buClr>
              <a:buSzPts val="900"/>
              <a:buNone/>
              <a:defRPr sz="600"/>
            </a:lvl5pPr>
            <a:lvl6pPr marL="1828891" lvl="5" indent="-152408" algn="l">
              <a:spcBef>
                <a:spcPts val="120"/>
              </a:spcBef>
              <a:spcAft>
                <a:spcPts val="0"/>
              </a:spcAft>
              <a:buClr>
                <a:schemeClr val="dk1"/>
              </a:buClr>
              <a:buSzPts val="900"/>
              <a:buNone/>
              <a:defRPr sz="600"/>
            </a:lvl6pPr>
            <a:lvl7pPr marL="2133707" lvl="6" indent="-152408" algn="l">
              <a:spcBef>
                <a:spcPts val="120"/>
              </a:spcBef>
              <a:spcAft>
                <a:spcPts val="0"/>
              </a:spcAft>
              <a:buClr>
                <a:schemeClr val="dk1"/>
              </a:buClr>
              <a:buSzPts val="900"/>
              <a:buNone/>
              <a:defRPr sz="600"/>
            </a:lvl7pPr>
            <a:lvl8pPr marL="2438522" lvl="7" indent="-152408" algn="l">
              <a:spcBef>
                <a:spcPts val="120"/>
              </a:spcBef>
              <a:spcAft>
                <a:spcPts val="0"/>
              </a:spcAft>
              <a:buClr>
                <a:schemeClr val="dk1"/>
              </a:buClr>
              <a:buSzPts val="900"/>
              <a:buNone/>
              <a:defRPr sz="600"/>
            </a:lvl8pPr>
            <a:lvl9pPr marL="2743337" lvl="8" indent="-152408" algn="l">
              <a:spcBef>
                <a:spcPts val="120"/>
              </a:spcBef>
              <a:spcAft>
                <a:spcPts val="0"/>
              </a:spcAft>
              <a:buClr>
                <a:schemeClr val="dk1"/>
              </a:buClr>
              <a:buSzPts val="900"/>
              <a:buNone/>
              <a:defRPr sz="600"/>
            </a:lvl9pPr>
          </a:lstStyle>
          <a:p>
            <a:endParaRPr/>
          </a:p>
        </p:txBody>
      </p:sp>
      <p:sp>
        <p:nvSpPr>
          <p:cNvPr id="58" name="Google Shape;58;p9"/>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1006175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194859" y="3200400"/>
            <a:ext cx="3657600" cy="3778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333"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194859" y="408517"/>
            <a:ext cx="3657600" cy="2743200"/>
          </a:xfrm>
          <a:prstGeom prst="rect">
            <a:avLst/>
          </a:prstGeom>
          <a:noFill/>
          <a:ln>
            <a:noFill/>
          </a:ln>
        </p:spPr>
      </p:sp>
      <p:sp>
        <p:nvSpPr>
          <p:cNvPr id="64" name="Google Shape;64;p10"/>
          <p:cNvSpPr txBox="1">
            <a:spLocks noGrp="1"/>
          </p:cNvSpPr>
          <p:nvPr>
            <p:ph type="body" idx="1"/>
          </p:nvPr>
        </p:nvSpPr>
        <p:spPr>
          <a:xfrm>
            <a:off x="1194859" y="3578225"/>
            <a:ext cx="3657600" cy="536575"/>
          </a:xfrm>
          <a:prstGeom prst="rect">
            <a:avLst/>
          </a:prstGeom>
          <a:noFill/>
          <a:ln>
            <a:noFill/>
          </a:ln>
        </p:spPr>
        <p:txBody>
          <a:bodyPr spcFirstLastPara="1" wrap="square" lIns="91425" tIns="45700" rIns="91425" bIns="45700" anchor="t" anchorCtr="0">
            <a:normAutofit/>
          </a:bodyPr>
          <a:lstStyle>
            <a:lvl1pPr marL="304815" lvl="0" indent="-152408" algn="l">
              <a:spcBef>
                <a:spcPts val="187"/>
              </a:spcBef>
              <a:spcAft>
                <a:spcPts val="0"/>
              </a:spcAft>
              <a:buClr>
                <a:schemeClr val="dk1"/>
              </a:buClr>
              <a:buSzPts val="1400"/>
              <a:buNone/>
              <a:defRPr sz="933"/>
            </a:lvl1pPr>
            <a:lvl2pPr marL="609630" lvl="1" indent="-152408" algn="l">
              <a:spcBef>
                <a:spcPts val="160"/>
              </a:spcBef>
              <a:spcAft>
                <a:spcPts val="0"/>
              </a:spcAft>
              <a:buClr>
                <a:schemeClr val="dk1"/>
              </a:buClr>
              <a:buSzPts val="1200"/>
              <a:buNone/>
              <a:defRPr sz="800"/>
            </a:lvl2pPr>
            <a:lvl3pPr marL="914446" lvl="2" indent="-152408" algn="l">
              <a:spcBef>
                <a:spcPts val="133"/>
              </a:spcBef>
              <a:spcAft>
                <a:spcPts val="0"/>
              </a:spcAft>
              <a:buClr>
                <a:schemeClr val="dk1"/>
              </a:buClr>
              <a:buSzPts val="1000"/>
              <a:buNone/>
              <a:defRPr sz="667"/>
            </a:lvl3pPr>
            <a:lvl4pPr marL="1219261" lvl="3" indent="-152408" algn="l">
              <a:spcBef>
                <a:spcPts val="120"/>
              </a:spcBef>
              <a:spcAft>
                <a:spcPts val="0"/>
              </a:spcAft>
              <a:buClr>
                <a:schemeClr val="dk1"/>
              </a:buClr>
              <a:buSzPts val="900"/>
              <a:buNone/>
              <a:defRPr sz="600"/>
            </a:lvl4pPr>
            <a:lvl5pPr marL="1524076" lvl="4" indent="-152408" algn="l">
              <a:spcBef>
                <a:spcPts val="120"/>
              </a:spcBef>
              <a:spcAft>
                <a:spcPts val="0"/>
              </a:spcAft>
              <a:buClr>
                <a:schemeClr val="dk1"/>
              </a:buClr>
              <a:buSzPts val="900"/>
              <a:buNone/>
              <a:defRPr sz="600"/>
            </a:lvl5pPr>
            <a:lvl6pPr marL="1828891" lvl="5" indent="-152408" algn="l">
              <a:spcBef>
                <a:spcPts val="120"/>
              </a:spcBef>
              <a:spcAft>
                <a:spcPts val="0"/>
              </a:spcAft>
              <a:buClr>
                <a:schemeClr val="dk1"/>
              </a:buClr>
              <a:buSzPts val="900"/>
              <a:buNone/>
              <a:defRPr sz="600"/>
            </a:lvl6pPr>
            <a:lvl7pPr marL="2133707" lvl="6" indent="-152408" algn="l">
              <a:spcBef>
                <a:spcPts val="120"/>
              </a:spcBef>
              <a:spcAft>
                <a:spcPts val="0"/>
              </a:spcAft>
              <a:buClr>
                <a:schemeClr val="dk1"/>
              </a:buClr>
              <a:buSzPts val="900"/>
              <a:buNone/>
              <a:defRPr sz="600"/>
            </a:lvl7pPr>
            <a:lvl8pPr marL="2438522" lvl="7" indent="-152408" algn="l">
              <a:spcBef>
                <a:spcPts val="120"/>
              </a:spcBef>
              <a:spcAft>
                <a:spcPts val="0"/>
              </a:spcAft>
              <a:buClr>
                <a:schemeClr val="dk1"/>
              </a:buClr>
              <a:buSzPts val="900"/>
              <a:buNone/>
              <a:defRPr sz="600"/>
            </a:lvl8pPr>
            <a:lvl9pPr marL="2743337" lvl="8" indent="-152408" algn="l">
              <a:spcBef>
                <a:spcPts val="120"/>
              </a:spcBef>
              <a:spcAft>
                <a:spcPts val="0"/>
              </a:spcAft>
              <a:buClr>
                <a:schemeClr val="dk1"/>
              </a:buClr>
              <a:buSzPts val="900"/>
              <a:buNone/>
              <a:defRPr sz="600"/>
            </a:lvl9pPr>
          </a:lstStyle>
          <a:p>
            <a:endParaRPr/>
          </a:p>
        </p:txBody>
      </p:sp>
      <p:sp>
        <p:nvSpPr>
          <p:cNvPr id="65" name="Google Shape;65;p10"/>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940888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1539346" y="-167745"/>
            <a:ext cx="3017309" cy="5486400"/>
          </a:xfrm>
          <a:prstGeom prst="rect">
            <a:avLst/>
          </a:prstGeom>
          <a:noFill/>
          <a:ln>
            <a:noFill/>
          </a:ln>
        </p:spPr>
        <p:txBody>
          <a:bodyPr spcFirstLastPara="1" wrap="square" lIns="91425" tIns="45700" rIns="91425" bIns="45700" anchor="t" anchorCtr="0">
            <a:norm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438025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3154892" y="1447801"/>
            <a:ext cx="3901017" cy="13716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360892" y="127000"/>
            <a:ext cx="3901017" cy="4013200"/>
          </a:xfrm>
          <a:prstGeom prst="rect">
            <a:avLst/>
          </a:prstGeom>
          <a:noFill/>
          <a:ln>
            <a:noFill/>
          </a:ln>
        </p:spPr>
        <p:txBody>
          <a:bodyPr spcFirstLastPara="1" wrap="square" lIns="91425" tIns="45700" rIns="91425" bIns="45700" anchor="t" anchorCtr="0">
            <a:norm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234402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FFE853A8-BABE-4EEA-9FB1-73EA704E8E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67CB922-0E3E-41C0-9C80-31C796257B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8024FB5-D1BA-4637-A2B3-2469BDB1A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C443A6-83DC-4856-A11D-DBC81456071D}" type="datetimeFigureOut">
              <a:rPr lang="it-IT" smtClean="0"/>
              <a:t>25/05/2026</a:t>
            </a:fld>
            <a:endParaRPr lang="it-IT"/>
          </a:p>
        </p:txBody>
      </p:sp>
      <p:sp>
        <p:nvSpPr>
          <p:cNvPr id="5" name="Segnaposto piè di pagina 4">
            <a:extLst>
              <a:ext uri="{FF2B5EF4-FFF2-40B4-BE49-F238E27FC236}">
                <a16:creationId xmlns:a16="http://schemas.microsoft.com/office/drawing/2014/main" id="{2FC43967-B4CD-4ABA-9935-2FFB83B740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CD309784-7990-4C3F-B899-222DC7D40A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6D4672-51B9-4845-9E81-C2365497E07A}" type="slidenum">
              <a:rPr lang="it-IT" smtClean="0"/>
              <a:t>‹N›</a:t>
            </a:fld>
            <a:endParaRPr lang="it-IT"/>
          </a:p>
        </p:txBody>
      </p:sp>
    </p:spTree>
    <p:extLst>
      <p:ext uri="{BB962C8B-B14F-4D97-AF65-F5344CB8AC3E}">
        <p14:creationId xmlns:p14="http://schemas.microsoft.com/office/powerpoint/2010/main" val="1659133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304800" y="1066800"/>
            <a:ext cx="5486400" cy="3017309"/>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800" b="0" i="0" u="none" strike="noStrike" cap="none">
                <a:solidFill>
                  <a:srgbClr val="888888"/>
                </a:solidFill>
                <a:latin typeface="Calibri"/>
                <a:ea typeface="Calibri"/>
                <a:cs typeface="Calibri"/>
                <a:sym typeface="Calibri"/>
              </a:defRPr>
            </a:lvl1pPr>
            <a:lvl2pPr marL="0" marR="0" lvl="1" indent="0" algn="r" rtl="0">
              <a:spcBef>
                <a:spcPts val="0"/>
              </a:spcBef>
              <a:buNone/>
              <a:defRPr sz="800" b="0" i="0" u="none" strike="noStrike" cap="none">
                <a:solidFill>
                  <a:srgbClr val="888888"/>
                </a:solidFill>
                <a:latin typeface="Calibri"/>
                <a:ea typeface="Calibri"/>
                <a:cs typeface="Calibri"/>
                <a:sym typeface="Calibri"/>
              </a:defRPr>
            </a:lvl2pPr>
            <a:lvl3pPr marL="0" marR="0" lvl="2" indent="0" algn="r" rtl="0">
              <a:spcBef>
                <a:spcPts val="0"/>
              </a:spcBef>
              <a:buNone/>
              <a:defRPr sz="800" b="0" i="0" u="none" strike="noStrike" cap="none">
                <a:solidFill>
                  <a:srgbClr val="888888"/>
                </a:solidFill>
                <a:latin typeface="Calibri"/>
                <a:ea typeface="Calibri"/>
                <a:cs typeface="Calibri"/>
                <a:sym typeface="Calibri"/>
              </a:defRPr>
            </a:lvl3pPr>
            <a:lvl4pPr marL="0" marR="0" lvl="3" indent="0" algn="r" rtl="0">
              <a:spcBef>
                <a:spcPts val="0"/>
              </a:spcBef>
              <a:buNone/>
              <a:defRPr sz="800" b="0" i="0" u="none" strike="noStrike" cap="none">
                <a:solidFill>
                  <a:srgbClr val="888888"/>
                </a:solidFill>
                <a:latin typeface="Calibri"/>
                <a:ea typeface="Calibri"/>
                <a:cs typeface="Calibri"/>
                <a:sym typeface="Calibri"/>
              </a:defRPr>
            </a:lvl4pPr>
            <a:lvl5pPr marL="0" marR="0" lvl="4" indent="0" algn="r" rtl="0">
              <a:spcBef>
                <a:spcPts val="0"/>
              </a:spcBef>
              <a:buNone/>
              <a:defRPr sz="800" b="0" i="0" u="none" strike="noStrike" cap="none">
                <a:solidFill>
                  <a:srgbClr val="888888"/>
                </a:solidFill>
                <a:latin typeface="Calibri"/>
                <a:ea typeface="Calibri"/>
                <a:cs typeface="Calibri"/>
                <a:sym typeface="Calibri"/>
              </a:defRPr>
            </a:lvl5pPr>
            <a:lvl6pPr marL="0" marR="0" lvl="5" indent="0" algn="r" rtl="0">
              <a:spcBef>
                <a:spcPts val="0"/>
              </a:spcBef>
              <a:buNone/>
              <a:defRPr sz="800" b="0" i="0" u="none" strike="noStrike" cap="none">
                <a:solidFill>
                  <a:srgbClr val="888888"/>
                </a:solidFill>
                <a:latin typeface="Calibri"/>
                <a:ea typeface="Calibri"/>
                <a:cs typeface="Calibri"/>
                <a:sym typeface="Calibri"/>
              </a:defRPr>
            </a:lvl6pPr>
            <a:lvl7pPr marL="0" marR="0" lvl="6" indent="0" algn="r" rtl="0">
              <a:spcBef>
                <a:spcPts val="0"/>
              </a:spcBef>
              <a:buNone/>
              <a:defRPr sz="800" b="0" i="0" u="none" strike="noStrike" cap="none">
                <a:solidFill>
                  <a:srgbClr val="888888"/>
                </a:solidFill>
                <a:latin typeface="Calibri"/>
                <a:ea typeface="Calibri"/>
                <a:cs typeface="Calibri"/>
                <a:sym typeface="Calibri"/>
              </a:defRPr>
            </a:lvl7pPr>
            <a:lvl8pPr marL="0" marR="0" lvl="7" indent="0" algn="r" rtl="0">
              <a:spcBef>
                <a:spcPts val="0"/>
              </a:spcBef>
              <a:buNone/>
              <a:defRPr sz="800" b="0" i="0" u="none" strike="noStrike" cap="none">
                <a:solidFill>
                  <a:srgbClr val="888888"/>
                </a:solidFill>
                <a:latin typeface="Calibri"/>
                <a:ea typeface="Calibri"/>
                <a:cs typeface="Calibri"/>
                <a:sym typeface="Calibri"/>
              </a:defRPr>
            </a:lvl8pPr>
            <a:lvl9pPr marL="0" marR="0" lvl="8" indent="0" algn="r" rtl="0">
              <a:spcBef>
                <a:spcPts val="0"/>
              </a:spcBef>
              <a:buNone/>
              <a:defRPr sz="800" b="0" i="0" u="none" strike="noStrike" cap="none">
                <a:solidFill>
                  <a:srgbClr val="888888"/>
                </a:solidFill>
                <a:latin typeface="Calibri"/>
                <a:ea typeface="Calibri"/>
                <a:cs typeface="Calibri"/>
                <a:sym typeface="Calibri"/>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413376978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79EA"/>
        </a:solidFill>
        <a:effectLst/>
      </p:bgPr>
    </p:bg>
    <p:spTree>
      <p:nvGrpSpPr>
        <p:cNvPr id="1" name="Shape 83"/>
        <p:cNvGrpSpPr/>
        <p:nvPr/>
      </p:nvGrpSpPr>
      <p:grpSpPr>
        <a:xfrm>
          <a:off x="0" y="0"/>
          <a:ext cx="0" cy="0"/>
          <a:chOff x="0" y="0"/>
          <a:chExt cx="0" cy="0"/>
        </a:xfrm>
      </p:grpSpPr>
      <p:sp>
        <p:nvSpPr>
          <p:cNvPr id="84" name="Google Shape;84;p13"/>
          <p:cNvSpPr/>
          <p:nvPr/>
        </p:nvSpPr>
        <p:spPr>
          <a:xfrm>
            <a:off x="685800" y="834282"/>
            <a:ext cx="2706633" cy="962350"/>
          </a:xfrm>
          <a:custGeom>
            <a:avLst/>
            <a:gdLst/>
            <a:ahLst/>
            <a:cxnLst/>
            <a:rect l="l" t="t" r="r" b="b"/>
            <a:pathLst>
              <a:path w="4059950" h="1443525" extrusionOk="0">
                <a:moveTo>
                  <a:pt x="0" y="0"/>
                </a:moveTo>
                <a:lnTo>
                  <a:pt x="4059950" y="0"/>
                </a:lnTo>
                <a:lnTo>
                  <a:pt x="4059950" y="1443525"/>
                </a:lnTo>
                <a:lnTo>
                  <a:pt x="0" y="1443525"/>
                </a:lnTo>
                <a:lnTo>
                  <a:pt x="0" y="0"/>
                </a:lnTo>
                <a:close/>
              </a:path>
            </a:pathLst>
          </a:custGeom>
          <a:blipFill rotWithShape="1">
            <a:blip r:embed="rId3">
              <a:alphaModFix/>
            </a:blip>
            <a:stretch>
              <a:fillRect b="-259"/>
            </a:stretch>
          </a:blipFill>
          <a:ln>
            <a:noFill/>
          </a:ln>
        </p:spPr>
      </p:sp>
      <p:pic>
        <p:nvPicPr>
          <p:cNvPr id="85" name="Google Shape;85;p13"/>
          <p:cNvPicPr preferRelativeResize="0"/>
          <p:nvPr/>
        </p:nvPicPr>
        <p:blipFill rotWithShape="1">
          <a:blip r:embed="rId4">
            <a:alphaModFix/>
          </a:blip>
          <a:srcRect/>
          <a:stretch/>
        </p:blipFill>
        <p:spPr>
          <a:xfrm>
            <a:off x="7767684" y="3048800"/>
            <a:ext cx="3738517" cy="2972121"/>
          </a:xfrm>
          <a:prstGeom prst="rect">
            <a:avLst/>
          </a:prstGeom>
          <a:noFill/>
          <a:ln>
            <a:noFill/>
          </a:ln>
        </p:spPr>
      </p:pic>
      <p:sp>
        <p:nvSpPr>
          <p:cNvPr id="86" name="Google Shape;86;p13"/>
          <p:cNvSpPr txBox="1"/>
          <p:nvPr/>
        </p:nvSpPr>
        <p:spPr>
          <a:xfrm>
            <a:off x="685800" y="3201627"/>
            <a:ext cx="4832657" cy="1034129"/>
          </a:xfrm>
          <a:prstGeom prst="rect">
            <a:avLst/>
          </a:prstGeom>
          <a:noFill/>
          <a:ln>
            <a:noFill/>
          </a:ln>
        </p:spPr>
        <p:txBody>
          <a:bodyPr spcFirstLastPara="1" wrap="square" lIns="0" tIns="0" rIns="0" bIns="0" anchor="t" anchorCtr="0">
            <a:spAutoFit/>
          </a:bodyPr>
          <a:lstStyle/>
          <a:p>
            <a:pPr defTabSz="609630">
              <a:lnSpc>
                <a:spcPct val="120000"/>
              </a:lnSpc>
              <a:buClr>
                <a:srgbClr val="000000"/>
              </a:buClr>
            </a:pPr>
            <a:r>
              <a:rPr lang="en-US" sz="5600" b="1" kern="0">
                <a:solidFill>
                  <a:srgbClr val="FFFFFF"/>
                </a:solidFill>
                <a:latin typeface="Poppins SemiBold"/>
                <a:ea typeface="Poppins SemiBold"/>
                <a:cs typeface="Poppins SemiBold"/>
                <a:sym typeface="Poppins SemiBold"/>
              </a:rPr>
              <a:t>Corso EOA</a:t>
            </a:r>
            <a:endParaRPr sz="933" kern="0">
              <a:solidFill>
                <a:srgbClr val="000000"/>
              </a:solidFill>
              <a:latin typeface="Arial"/>
              <a:cs typeface="Arial"/>
              <a:sym typeface="Arial"/>
            </a:endParaRPr>
          </a:p>
        </p:txBody>
      </p:sp>
      <p:sp>
        <p:nvSpPr>
          <p:cNvPr id="87" name="Google Shape;87;p13"/>
          <p:cNvSpPr txBox="1"/>
          <p:nvPr/>
        </p:nvSpPr>
        <p:spPr>
          <a:xfrm>
            <a:off x="3585412" y="902380"/>
            <a:ext cx="3151981" cy="660437"/>
          </a:xfrm>
          <a:prstGeom prst="rect">
            <a:avLst/>
          </a:prstGeom>
          <a:noFill/>
          <a:ln>
            <a:noFill/>
          </a:ln>
        </p:spPr>
        <p:txBody>
          <a:bodyPr spcFirstLastPara="1" wrap="square" lIns="0" tIns="0" rIns="0" bIns="0" anchor="t" anchorCtr="0">
            <a:spAutoFit/>
          </a:bodyPr>
          <a:lstStyle/>
          <a:p>
            <a:pPr defTabSz="609630">
              <a:lnSpc>
                <a:spcPct val="161030"/>
              </a:lnSpc>
              <a:buClr>
                <a:srgbClr val="000000"/>
              </a:buClr>
            </a:pPr>
            <a:r>
              <a:rPr lang="en-US" sz="1333" b="1" kern="0" dirty="0">
                <a:solidFill>
                  <a:srgbClr val="FFFFFF"/>
                </a:solidFill>
                <a:latin typeface="Poppins"/>
                <a:ea typeface="Poppins"/>
                <a:cs typeface="Poppins"/>
                <a:sym typeface="Poppins"/>
              </a:rPr>
              <a:t>LAUREA TRIENNALE IN INFORMATICA </a:t>
            </a:r>
            <a:endParaRPr sz="933" kern="0" dirty="0">
              <a:solidFill>
                <a:srgbClr val="000000"/>
              </a:solidFill>
              <a:latin typeface="Arial"/>
              <a:cs typeface="Arial"/>
              <a:sym typeface="Arial"/>
            </a:endParaRPr>
          </a:p>
        </p:txBody>
      </p:sp>
      <p:sp>
        <p:nvSpPr>
          <p:cNvPr id="88" name="Google Shape;88;p13"/>
          <p:cNvSpPr txBox="1"/>
          <p:nvPr/>
        </p:nvSpPr>
        <p:spPr>
          <a:xfrm>
            <a:off x="687679" y="4196240"/>
            <a:ext cx="4473724" cy="590931"/>
          </a:xfrm>
          <a:prstGeom prst="rect">
            <a:avLst/>
          </a:prstGeom>
          <a:noFill/>
          <a:ln>
            <a:noFill/>
          </a:ln>
        </p:spPr>
        <p:txBody>
          <a:bodyPr spcFirstLastPara="1" wrap="square" lIns="0" tIns="0" rIns="0" bIns="0" anchor="t" anchorCtr="0">
            <a:spAutoFit/>
          </a:bodyPr>
          <a:lstStyle/>
          <a:p>
            <a:pPr defTabSz="609630">
              <a:lnSpc>
                <a:spcPct val="120010"/>
              </a:lnSpc>
              <a:buClr>
                <a:srgbClr val="000000"/>
              </a:buClr>
            </a:pPr>
            <a:r>
              <a:rPr lang="en-US" sz="1867" b="1" kern="0" dirty="0">
                <a:solidFill>
                  <a:srgbClr val="FFFFFF"/>
                </a:solidFill>
                <a:latin typeface="Poppins"/>
                <a:ea typeface="Poppins"/>
                <a:cs typeface="Poppins"/>
                <a:sym typeface="Poppins"/>
              </a:rPr>
              <a:t>Prof. Giuseppe </a:t>
            </a:r>
            <a:r>
              <a:rPr lang="en-US" sz="1867" b="1" kern="0" dirty="0" err="1">
                <a:solidFill>
                  <a:srgbClr val="FFFFFF"/>
                </a:solidFill>
                <a:latin typeface="Poppins"/>
                <a:ea typeface="Poppins"/>
                <a:cs typeface="Poppins"/>
                <a:sym typeface="Poppins"/>
              </a:rPr>
              <a:t>Piccirillo</a:t>
            </a:r>
            <a:endParaRPr sz="1333" kern="0" dirty="0">
              <a:solidFill>
                <a:srgbClr val="000000"/>
              </a:solidFill>
              <a:latin typeface="Arial"/>
              <a:cs typeface="Arial"/>
              <a:sym typeface="Arial"/>
            </a:endParaRPr>
          </a:p>
          <a:p>
            <a:pPr defTabSz="609630">
              <a:lnSpc>
                <a:spcPct val="120010"/>
              </a:lnSpc>
              <a:buClr>
                <a:srgbClr val="000000"/>
              </a:buClr>
            </a:pPr>
            <a:endParaRPr sz="1333" b="1" kern="0" dirty="0">
              <a:solidFill>
                <a:srgbClr val="FFFFFF"/>
              </a:solidFill>
              <a:latin typeface="Poppins"/>
              <a:ea typeface="Poppins"/>
              <a:cs typeface="Poppins"/>
              <a:sym typeface="Poppins"/>
            </a:endParaRPr>
          </a:p>
        </p:txBody>
      </p:sp>
      <p:sp>
        <p:nvSpPr>
          <p:cNvPr id="89" name="Google Shape;89;p13"/>
          <p:cNvSpPr txBox="1"/>
          <p:nvPr/>
        </p:nvSpPr>
        <p:spPr>
          <a:xfrm>
            <a:off x="6967489" y="959530"/>
            <a:ext cx="3694067" cy="492314"/>
          </a:xfrm>
          <a:prstGeom prst="rect">
            <a:avLst/>
          </a:prstGeom>
          <a:noFill/>
          <a:ln>
            <a:noFill/>
          </a:ln>
        </p:spPr>
        <p:txBody>
          <a:bodyPr spcFirstLastPara="1" wrap="square" lIns="0" tIns="0" rIns="0" bIns="0" anchor="t" anchorCtr="0">
            <a:spAutoFit/>
          </a:bodyPr>
          <a:lstStyle/>
          <a:p>
            <a:pPr defTabSz="609630">
              <a:lnSpc>
                <a:spcPct val="120010"/>
              </a:lnSpc>
              <a:buClr>
                <a:srgbClr val="000000"/>
              </a:buClr>
            </a:pPr>
            <a:r>
              <a:rPr lang="en-US" sz="1333" b="1" kern="0" dirty="0">
                <a:solidFill>
                  <a:srgbClr val="FFFFFF"/>
                </a:solidFill>
                <a:latin typeface="Poppins"/>
                <a:ea typeface="Poppins"/>
                <a:cs typeface="Poppins"/>
                <a:sym typeface="Poppins"/>
              </a:rPr>
              <a:t>CORSO II SEMESTRE</a:t>
            </a:r>
            <a:endParaRPr sz="933" kern="0" dirty="0">
              <a:solidFill>
                <a:srgbClr val="000000"/>
              </a:solidFill>
              <a:latin typeface="Arial"/>
              <a:cs typeface="Arial"/>
              <a:sym typeface="Arial"/>
            </a:endParaRPr>
          </a:p>
          <a:p>
            <a:pPr defTabSz="609630">
              <a:lnSpc>
                <a:spcPct val="120010"/>
              </a:lnSpc>
              <a:buClr>
                <a:srgbClr val="000000"/>
              </a:buClr>
            </a:pPr>
            <a:r>
              <a:rPr lang="en-US" sz="1333" b="1" kern="0">
                <a:solidFill>
                  <a:srgbClr val="FFFFFF"/>
                </a:solidFill>
                <a:latin typeface="Poppins"/>
                <a:ea typeface="Poppins"/>
                <a:cs typeface="Poppins"/>
                <a:sym typeface="Poppins"/>
              </a:rPr>
              <a:t>2025 - 2026</a:t>
            </a:r>
            <a:endParaRPr sz="933" kern="0" dirty="0">
              <a:solidFill>
                <a:srgbClr val="000000"/>
              </a:solidFill>
              <a:latin typeface="Arial"/>
              <a:cs typeface="Arial"/>
              <a:sym typeface="Arial"/>
            </a:endParaRPr>
          </a:p>
        </p:txBody>
      </p:sp>
      <p:sp>
        <p:nvSpPr>
          <p:cNvPr id="91" name="Google Shape;91;p13"/>
          <p:cNvSpPr txBox="1"/>
          <p:nvPr/>
        </p:nvSpPr>
        <p:spPr>
          <a:xfrm>
            <a:off x="685800" y="2453454"/>
            <a:ext cx="10124792" cy="369204"/>
          </a:xfrm>
          <a:prstGeom prst="rect">
            <a:avLst/>
          </a:prstGeom>
          <a:noFill/>
          <a:ln>
            <a:noFill/>
          </a:ln>
        </p:spPr>
        <p:txBody>
          <a:bodyPr spcFirstLastPara="1" wrap="square" lIns="0" tIns="0" rIns="0" bIns="0" anchor="t" anchorCtr="0">
            <a:spAutoFit/>
          </a:bodyPr>
          <a:lstStyle/>
          <a:p>
            <a:pPr defTabSz="609630">
              <a:lnSpc>
                <a:spcPct val="120006"/>
              </a:lnSpc>
              <a:buClr>
                <a:srgbClr val="000000"/>
              </a:buClr>
            </a:pPr>
            <a:r>
              <a:rPr lang="en-US" sz="1999" b="1" kern="0" dirty="0">
                <a:solidFill>
                  <a:srgbClr val="FFFFFF"/>
                </a:solidFill>
                <a:latin typeface="Poppins"/>
                <a:ea typeface="Poppins"/>
                <a:cs typeface="Poppins"/>
                <a:sym typeface="Poppins"/>
              </a:rPr>
              <a:t>LEZIONE. </a:t>
            </a:r>
            <a:r>
              <a:rPr lang="en-US" sz="1999" b="1" kern="0">
                <a:solidFill>
                  <a:srgbClr val="FFFFFF"/>
                </a:solidFill>
                <a:latin typeface="Poppins"/>
                <a:ea typeface="Poppins"/>
                <a:cs typeface="Poppins"/>
                <a:sym typeface="Poppins"/>
              </a:rPr>
              <a:t>14 </a:t>
            </a:r>
            <a:r>
              <a:rPr lang="en-US" sz="1999" b="1" kern="0" dirty="0">
                <a:solidFill>
                  <a:srgbClr val="FFFFFF"/>
                </a:solidFill>
                <a:latin typeface="Poppins"/>
                <a:ea typeface="Poppins"/>
                <a:cs typeface="Poppins"/>
                <a:sym typeface="Poppins"/>
              </a:rPr>
              <a:t>– IL BUSINESS MODEL CANVAS E PITCH</a:t>
            </a:r>
            <a:endParaRPr sz="933" kern="0" dirty="0">
              <a:solidFill>
                <a:srgbClr val="000000"/>
              </a:solidFill>
              <a:latin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790199" y="408505"/>
            <a:ext cx="10372166" cy="5509200"/>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BUSINESS MODEL CANVAS </a:t>
            </a:r>
          </a:p>
          <a:p>
            <a:pPr algn="just"/>
            <a:endParaRPr lang="it-IT" sz="1600" u="sng" dirty="0">
              <a:solidFill>
                <a:srgbClr val="0070C0"/>
              </a:solidFill>
              <a:latin typeface="Poppins" panose="020B0604020202020204" charset="0"/>
              <a:cs typeface="Poppins" panose="020B0604020202020204" charset="0"/>
            </a:endParaRPr>
          </a:p>
          <a:p>
            <a:pPr algn="just"/>
            <a:endParaRPr lang="it-IT" sz="1600" u="sng" dirty="0">
              <a:solidFill>
                <a:srgbClr val="0070C0"/>
              </a:solidFill>
              <a:latin typeface="Poppins" panose="020B0604020202020204" charset="0"/>
              <a:cs typeface="Poppins" panose="020B0604020202020204" charset="0"/>
            </a:endParaRPr>
          </a:p>
          <a:p>
            <a:pPr algn="just"/>
            <a:r>
              <a:rPr lang="it-IT" sz="2800" dirty="0">
                <a:solidFill>
                  <a:srgbClr val="0070C0"/>
                </a:solidFill>
                <a:latin typeface="Poppins" panose="020B0604020202020204" charset="0"/>
                <a:cs typeface="Poppins" panose="020B0604020202020204" charset="0"/>
              </a:rPr>
              <a:t>Il BMC è uno strumento di Business Design in grado di rappresentare visivamente la tua idea di business, consentendoti di valutarne l’efficacia in maniera pratica e semplice. </a:t>
            </a:r>
          </a:p>
          <a:p>
            <a:pPr algn="just"/>
            <a:endParaRPr lang="it-IT" sz="2800" dirty="0">
              <a:solidFill>
                <a:srgbClr val="0070C0"/>
              </a:solidFill>
              <a:latin typeface="Poppins" panose="020B0604020202020204" charset="0"/>
              <a:cs typeface="Poppins" panose="020B0604020202020204" charset="0"/>
            </a:endParaRPr>
          </a:p>
          <a:p>
            <a:pPr algn="just"/>
            <a:r>
              <a:rPr lang="it-IT" sz="2800" dirty="0">
                <a:solidFill>
                  <a:srgbClr val="0070C0"/>
                </a:solidFill>
                <a:latin typeface="Poppins" panose="020B0604020202020204" charset="0"/>
                <a:cs typeface="Poppins" panose="020B0604020202020204" charset="0"/>
              </a:rPr>
              <a:t>Il Business Model Canvas (BMC) – grazie linguaggio visuale – ti aiuterà a creare e sviluppare una strategia di impresa efficace.</a:t>
            </a:r>
          </a:p>
          <a:p>
            <a:pPr algn="just"/>
            <a:endParaRPr lang="it-IT" sz="2800" dirty="0">
              <a:solidFill>
                <a:srgbClr val="0070C0"/>
              </a:solidFill>
              <a:latin typeface="Poppins" panose="020B0604020202020204" charset="0"/>
              <a:cs typeface="Poppins" panose="020B0604020202020204" charset="0"/>
            </a:endParaRPr>
          </a:p>
          <a:p>
            <a:pPr algn="just"/>
            <a:r>
              <a:rPr lang="it-IT" sz="2800" dirty="0">
                <a:solidFill>
                  <a:srgbClr val="0070C0"/>
                </a:solidFill>
                <a:latin typeface="Poppins" panose="020B0604020202020204" charset="0"/>
                <a:cs typeface="Poppins" panose="020B0604020202020204" charset="0"/>
              </a:rPr>
              <a:t>Mediante il Business Model Canvas, infatti, riuscirai a rappresentare visivamente il modello di business di un’impresa, cioè il modo in cui questa crea, cattura e distribuisce valore</a:t>
            </a:r>
          </a:p>
        </p:txBody>
      </p:sp>
    </p:spTree>
    <p:extLst>
      <p:ext uri="{BB962C8B-B14F-4D97-AF65-F5344CB8AC3E}">
        <p14:creationId xmlns:p14="http://schemas.microsoft.com/office/powerpoint/2010/main" val="321679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790199" y="408505"/>
            <a:ext cx="10372166" cy="6124754"/>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BUSINESS MODEL CANVAS </a:t>
            </a:r>
          </a:p>
          <a:p>
            <a:pPr algn="just"/>
            <a:endParaRPr lang="it-IT" sz="1600" u="sng" dirty="0">
              <a:solidFill>
                <a:srgbClr val="0070C0"/>
              </a:solidFill>
              <a:latin typeface="Poppins" panose="020B0604020202020204" charset="0"/>
              <a:cs typeface="Poppins" panose="020B0604020202020204" charset="0"/>
            </a:endParaRPr>
          </a:p>
          <a:p>
            <a:pPr algn="just"/>
            <a:r>
              <a:rPr lang="it-IT" sz="2400" dirty="0">
                <a:solidFill>
                  <a:srgbClr val="0070C0"/>
                </a:solidFill>
                <a:latin typeface="Poppins" panose="020B0604020202020204" charset="0"/>
                <a:cs typeface="Poppins" panose="020B0604020202020204" charset="0"/>
              </a:rPr>
              <a:t>A differenza di altri strumenti e modelli per rappresentare il business (come ad esempio il business plan), il BMC permette di comprendere in maniera molto intuitiva il funzionamento dell’azienda rappresentata, in quanto anche gli elementi più complessi possono essere rappresentati e inseriti nel business model canvas in maniera molto semplice e spontanea.</a:t>
            </a:r>
          </a:p>
          <a:p>
            <a:pPr algn="just"/>
            <a:endParaRPr lang="it-IT" sz="2400" dirty="0">
              <a:solidFill>
                <a:srgbClr val="0070C0"/>
              </a:solidFill>
              <a:latin typeface="Poppins" panose="020B0604020202020204" charset="0"/>
              <a:cs typeface="Poppins" panose="020B0604020202020204" charset="0"/>
            </a:endParaRPr>
          </a:p>
          <a:p>
            <a:pPr algn="just"/>
            <a:r>
              <a:rPr lang="it-IT" sz="2400" dirty="0">
                <a:solidFill>
                  <a:srgbClr val="0070C0"/>
                </a:solidFill>
                <a:latin typeface="Poppins" panose="020B0604020202020204" charset="0"/>
                <a:cs typeface="Poppins" panose="020B0604020202020204" charset="0"/>
              </a:rPr>
              <a:t>Il padre di questo strumento – che si rifà alla metodologia </a:t>
            </a:r>
            <a:r>
              <a:rPr lang="it-IT" sz="2400" dirty="0" err="1">
                <a:solidFill>
                  <a:srgbClr val="0070C0"/>
                </a:solidFill>
                <a:latin typeface="Poppins" panose="020B0604020202020204" charset="0"/>
                <a:cs typeface="Poppins" panose="020B0604020202020204" charset="0"/>
              </a:rPr>
              <a:t>lean</a:t>
            </a:r>
            <a:r>
              <a:rPr lang="it-IT" sz="2400" dirty="0">
                <a:solidFill>
                  <a:srgbClr val="0070C0"/>
                </a:solidFill>
                <a:latin typeface="Poppins" panose="020B0604020202020204" charset="0"/>
                <a:cs typeface="Poppins" panose="020B0604020202020204" charset="0"/>
              </a:rPr>
              <a:t> – è Alexander </a:t>
            </a:r>
            <a:r>
              <a:rPr lang="it-IT" sz="2400" dirty="0" err="1">
                <a:solidFill>
                  <a:srgbClr val="0070C0"/>
                </a:solidFill>
                <a:latin typeface="Poppins" panose="020B0604020202020204" charset="0"/>
                <a:cs typeface="Poppins" panose="020B0604020202020204" charset="0"/>
              </a:rPr>
              <a:t>Osterwalder</a:t>
            </a:r>
            <a:r>
              <a:rPr lang="it-IT" sz="2400" dirty="0">
                <a:solidFill>
                  <a:srgbClr val="0070C0"/>
                </a:solidFill>
                <a:latin typeface="Poppins" panose="020B0604020202020204" charset="0"/>
                <a:cs typeface="Poppins" panose="020B0604020202020204" charset="0"/>
              </a:rPr>
              <a:t>, esperto di business, scrittore e imprenditore noto per i suoi approcci innovativi al business </a:t>
            </a:r>
            <a:r>
              <a:rPr lang="it-IT" sz="2400" dirty="0" err="1">
                <a:solidFill>
                  <a:srgbClr val="0070C0"/>
                </a:solidFill>
                <a:latin typeface="Poppins" panose="020B0604020202020204" charset="0"/>
                <a:cs typeface="Poppins" panose="020B0604020202020204" charset="0"/>
              </a:rPr>
              <a:t>modeling</a:t>
            </a:r>
            <a:r>
              <a:rPr lang="it-IT" sz="2400" dirty="0">
                <a:solidFill>
                  <a:srgbClr val="0070C0"/>
                </a:solidFill>
                <a:latin typeface="Poppins" panose="020B0604020202020204" charset="0"/>
                <a:cs typeface="Poppins" panose="020B0604020202020204" charset="0"/>
              </a:rPr>
              <a:t>.</a:t>
            </a:r>
          </a:p>
          <a:p>
            <a:pPr algn="just"/>
            <a:endParaRPr lang="it-IT" sz="2400" dirty="0">
              <a:solidFill>
                <a:srgbClr val="0070C0"/>
              </a:solidFill>
              <a:latin typeface="Poppins" panose="020B0604020202020204" charset="0"/>
              <a:cs typeface="Poppins" panose="020B0604020202020204" charset="0"/>
            </a:endParaRPr>
          </a:p>
          <a:p>
            <a:pPr algn="just"/>
            <a:r>
              <a:rPr lang="it-IT" sz="2400" dirty="0">
                <a:solidFill>
                  <a:srgbClr val="0070C0"/>
                </a:solidFill>
                <a:latin typeface="Poppins" panose="020B0604020202020204" charset="0"/>
                <a:cs typeface="Poppins" panose="020B0604020202020204" charset="0"/>
              </a:rPr>
              <a:t>La semplicità di questo approccio, la sua immensa praticità di utilizzo, consultazione e modifica ha reso il business model canvas per le startup uno strumento molto apprezzato e ampiamente utilizzato per la rappresentazione delle idee di business. </a:t>
            </a:r>
          </a:p>
        </p:txBody>
      </p:sp>
    </p:spTree>
    <p:extLst>
      <p:ext uri="{BB962C8B-B14F-4D97-AF65-F5344CB8AC3E}">
        <p14:creationId xmlns:p14="http://schemas.microsoft.com/office/powerpoint/2010/main" val="3960028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790199" y="408505"/>
            <a:ext cx="10372166" cy="954107"/>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BUSINESS MODEL CANVAS </a:t>
            </a:r>
          </a:p>
          <a:p>
            <a:pPr algn="just"/>
            <a:endParaRPr lang="it-IT" sz="1600" u="sng" dirty="0">
              <a:solidFill>
                <a:srgbClr val="0070C0"/>
              </a:solidFill>
              <a:latin typeface="Poppins" panose="020B0604020202020204" charset="0"/>
              <a:cs typeface="Poppins" panose="020B0604020202020204" charset="0"/>
            </a:endParaRPr>
          </a:p>
        </p:txBody>
      </p:sp>
      <p:pic>
        <p:nvPicPr>
          <p:cNvPr id="3" name="Immagine 2">
            <a:extLst>
              <a:ext uri="{FF2B5EF4-FFF2-40B4-BE49-F238E27FC236}">
                <a16:creationId xmlns:a16="http://schemas.microsoft.com/office/drawing/2014/main" id="{5A6D0D30-9948-4B6F-BA3D-669FD68A096A}"/>
              </a:ext>
            </a:extLst>
          </p:cNvPr>
          <p:cNvPicPr>
            <a:picLocks noChangeAspect="1"/>
          </p:cNvPicPr>
          <p:nvPr/>
        </p:nvPicPr>
        <p:blipFill rotWithShape="1">
          <a:blip r:embed="rId2"/>
          <a:srcRect r="448"/>
          <a:stretch/>
        </p:blipFill>
        <p:spPr>
          <a:xfrm>
            <a:off x="886573" y="1080654"/>
            <a:ext cx="10372166" cy="5534584"/>
          </a:xfrm>
          <a:prstGeom prst="rect">
            <a:avLst/>
          </a:prstGeom>
        </p:spPr>
      </p:pic>
    </p:spTree>
    <p:extLst>
      <p:ext uri="{BB962C8B-B14F-4D97-AF65-F5344CB8AC3E}">
        <p14:creationId xmlns:p14="http://schemas.microsoft.com/office/powerpoint/2010/main" val="212201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790199" y="408505"/>
            <a:ext cx="10372166" cy="954107"/>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BUSINESS MODEL CANVAS </a:t>
            </a:r>
          </a:p>
          <a:p>
            <a:pPr algn="just"/>
            <a:endParaRPr lang="it-IT" sz="1600" u="sng" dirty="0">
              <a:solidFill>
                <a:srgbClr val="0070C0"/>
              </a:solidFill>
              <a:latin typeface="Poppins" panose="020B0604020202020204" charset="0"/>
              <a:cs typeface="Poppins" panose="020B0604020202020204" charset="0"/>
            </a:endParaRPr>
          </a:p>
        </p:txBody>
      </p:sp>
      <p:pic>
        <p:nvPicPr>
          <p:cNvPr id="5" name="Immagine 4">
            <a:extLst>
              <a:ext uri="{FF2B5EF4-FFF2-40B4-BE49-F238E27FC236}">
                <a16:creationId xmlns:a16="http://schemas.microsoft.com/office/drawing/2014/main" id="{ED4462D5-28C0-4B4A-87CD-A5979548A434}"/>
              </a:ext>
            </a:extLst>
          </p:cNvPr>
          <p:cNvPicPr>
            <a:picLocks noChangeAspect="1"/>
          </p:cNvPicPr>
          <p:nvPr/>
        </p:nvPicPr>
        <p:blipFill>
          <a:blip r:embed="rId2"/>
          <a:stretch>
            <a:fillRect/>
          </a:stretch>
        </p:blipFill>
        <p:spPr>
          <a:xfrm>
            <a:off x="980305" y="1032877"/>
            <a:ext cx="10231389" cy="5416618"/>
          </a:xfrm>
          <a:prstGeom prst="rect">
            <a:avLst/>
          </a:prstGeom>
        </p:spPr>
      </p:pic>
    </p:spTree>
    <p:extLst>
      <p:ext uri="{BB962C8B-B14F-4D97-AF65-F5344CB8AC3E}">
        <p14:creationId xmlns:p14="http://schemas.microsoft.com/office/powerpoint/2010/main" val="2295263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790199" y="408505"/>
            <a:ext cx="10372166" cy="954107"/>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BUSINESS MODEL CANVAS </a:t>
            </a:r>
          </a:p>
          <a:p>
            <a:pPr algn="just"/>
            <a:endParaRPr lang="it-IT" sz="1600" u="sng" dirty="0">
              <a:solidFill>
                <a:srgbClr val="0070C0"/>
              </a:solidFill>
              <a:latin typeface="Poppins" panose="020B0604020202020204" charset="0"/>
              <a:cs typeface="Poppins" panose="020B0604020202020204" charset="0"/>
            </a:endParaRPr>
          </a:p>
        </p:txBody>
      </p:sp>
      <p:pic>
        <p:nvPicPr>
          <p:cNvPr id="3" name="Immagine 2">
            <a:extLst>
              <a:ext uri="{FF2B5EF4-FFF2-40B4-BE49-F238E27FC236}">
                <a16:creationId xmlns:a16="http://schemas.microsoft.com/office/drawing/2014/main" id="{8187ED58-38AC-49D6-BCB6-1F00A6104AAF}"/>
              </a:ext>
            </a:extLst>
          </p:cNvPr>
          <p:cNvPicPr>
            <a:picLocks noChangeAspect="1"/>
          </p:cNvPicPr>
          <p:nvPr/>
        </p:nvPicPr>
        <p:blipFill rotWithShape="1">
          <a:blip r:embed="rId3"/>
          <a:srcRect t="16399" r="16048" b="14489"/>
          <a:stretch/>
        </p:blipFill>
        <p:spPr>
          <a:xfrm>
            <a:off x="214112" y="1616824"/>
            <a:ext cx="11763776" cy="3869575"/>
          </a:xfrm>
          <a:prstGeom prst="rect">
            <a:avLst/>
          </a:prstGeom>
        </p:spPr>
      </p:pic>
    </p:spTree>
    <p:extLst>
      <p:ext uri="{BB962C8B-B14F-4D97-AF65-F5344CB8AC3E}">
        <p14:creationId xmlns:p14="http://schemas.microsoft.com/office/powerpoint/2010/main" val="4064273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790199" y="408505"/>
            <a:ext cx="10372166" cy="954107"/>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BUSINESS MODEL CANVAS </a:t>
            </a:r>
          </a:p>
          <a:p>
            <a:pPr algn="just"/>
            <a:endParaRPr lang="it-IT" sz="1600" u="sng" dirty="0">
              <a:solidFill>
                <a:srgbClr val="0070C0"/>
              </a:solidFill>
              <a:latin typeface="Poppins" panose="020B0604020202020204" charset="0"/>
              <a:cs typeface="Poppins" panose="020B0604020202020204" charset="0"/>
            </a:endParaRPr>
          </a:p>
        </p:txBody>
      </p:sp>
      <p:pic>
        <p:nvPicPr>
          <p:cNvPr id="5" name="Immagine 4">
            <a:extLst>
              <a:ext uri="{FF2B5EF4-FFF2-40B4-BE49-F238E27FC236}">
                <a16:creationId xmlns:a16="http://schemas.microsoft.com/office/drawing/2014/main" id="{27637AE5-7F5A-4D8E-9492-1DFD7E59748D}"/>
              </a:ext>
            </a:extLst>
          </p:cNvPr>
          <p:cNvPicPr>
            <a:picLocks noChangeAspect="1"/>
          </p:cNvPicPr>
          <p:nvPr/>
        </p:nvPicPr>
        <p:blipFill>
          <a:blip r:embed="rId3"/>
          <a:stretch>
            <a:fillRect/>
          </a:stretch>
        </p:blipFill>
        <p:spPr>
          <a:xfrm>
            <a:off x="1378435" y="1025669"/>
            <a:ext cx="9195694" cy="5641056"/>
          </a:xfrm>
          <a:prstGeom prst="rect">
            <a:avLst/>
          </a:prstGeom>
        </p:spPr>
      </p:pic>
    </p:spTree>
    <p:extLst>
      <p:ext uri="{BB962C8B-B14F-4D97-AF65-F5344CB8AC3E}">
        <p14:creationId xmlns:p14="http://schemas.microsoft.com/office/powerpoint/2010/main" val="137806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790199" y="408505"/>
            <a:ext cx="10372166" cy="954107"/>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BUSINESS MODEL CANVAS </a:t>
            </a:r>
          </a:p>
          <a:p>
            <a:pPr algn="just"/>
            <a:endParaRPr lang="it-IT" sz="1600" u="sng" dirty="0">
              <a:solidFill>
                <a:srgbClr val="0070C0"/>
              </a:solidFill>
              <a:latin typeface="Poppins" panose="020B0604020202020204" charset="0"/>
              <a:cs typeface="Poppins" panose="020B0604020202020204" charset="0"/>
            </a:endParaRPr>
          </a:p>
        </p:txBody>
      </p:sp>
      <p:pic>
        <p:nvPicPr>
          <p:cNvPr id="3" name="Immagine 2">
            <a:extLst>
              <a:ext uri="{FF2B5EF4-FFF2-40B4-BE49-F238E27FC236}">
                <a16:creationId xmlns:a16="http://schemas.microsoft.com/office/drawing/2014/main" id="{864CF950-F205-448A-A431-78753692E3AC}"/>
              </a:ext>
            </a:extLst>
          </p:cNvPr>
          <p:cNvPicPr>
            <a:picLocks noChangeAspect="1"/>
          </p:cNvPicPr>
          <p:nvPr/>
        </p:nvPicPr>
        <p:blipFill rotWithShape="1">
          <a:blip r:embed="rId3"/>
          <a:srcRect l="763" t="5118" r="6494" b="2778"/>
          <a:stretch/>
        </p:blipFill>
        <p:spPr>
          <a:xfrm>
            <a:off x="1313708" y="1140018"/>
            <a:ext cx="9848657" cy="5543414"/>
          </a:xfrm>
          <a:prstGeom prst="rect">
            <a:avLst/>
          </a:prstGeom>
        </p:spPr>
      </p:pic>
    </p:spTree>
    <p:extLst>
      <p:ext uri="{BB962C8B-B14F-4D97-AF65-F5344CB8AC3E}">
        <p14:creationId xmlns:p14="http://schemas.microsoft.com/office/powerpoint/2010/main" val="1463989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790199" y="408505"/>
            <a:ext cx="10372166" cy="954107"/>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BUSINESS MODEL CANVAS </a:t>
            </a:r>
          </a:p>
          <a:p>
            <a:pPr algn="just"/>
            <a:endParaRPr lang="it-IT" sz="1600" u="sng" dirty="0">
              <a:solidFill>
                <a:srgbClr val="0070C0"/>
              </a:solidFill>
              <a:latin typeface="Poppins" panose="020B0604020202020204" charset="0"/>
              <a:cs typeface="Poppins" panose="020B0604020202020204" charset="0"/>
            </a:endParaRPr>
          </a:p>
        </p:txBody>
      </p:sp>
      <p:pic>
        <p:nvPicPr>
          <p:cNvPr id="5" name="Immagine 4">
            <a:extLst>
              <a:ext uri="{FF2B5EF4-FFF2-40B4-BE49-F238E27FC236}">
                <a16:creationId xmlns:a16="http://schemas.microsoft.com/office/drawing/2014/main" id="{F22C51D2-58BA-4322-ACA2-32430FF3C15A}"/>
              </a:ext>
            </a:extLst>
          </p:cNvPr>
          <p:cNvPicPr>
            <a:picLocks noChangeAspect="1"/>
          </p:cNvPicPr>
          <p:nvPr/>
        </p:nvPicPr>
        <p:blipFill rotWithShape="1">
          <a:blip r:embed="rId3"/>
          <a:srcRect t="13854" r="5862"/>
          <a:stretch/>
        </p:blipFill>
        <p:spPr>
          <a:xfrm>
            <a:off x="1316724" y="1088795"/>
            <a:ext cx="9558551" cy="5511510"/>
          </a:xfrm>
          <a:prstGeom prst="rect">
            <a:avLst/>
          </a:prstGeom>
        </p:spPr>
      </p:pic>
    </p:spTree>
    <p:extLst>
      <p:ext uri="{BB962C8B-B14F-4D97-AF65-F5344CB8AC3E}">
        <p14:creationId xmlns:p14="http://schemas.microsoft.com/office/powerpoint/2010/main" val="2247993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790199" y="408505"/>
            <a:ext cx="10372166" cy="954107"/>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BUSINESS MODEL CANVAS </a:t>
            </a:r>
          </a:p>
          <a:p>
            <a:pPr algn="just"/>
            <a:endParaRPr lang="it-IT" sz="1600" u="sng" dirty="0">
              <a:solidFill>
                <a:srgbClr val="0070C0"/>
              </a:solidFill>
              <a:latin typeface="Poppins" panose="020B0604020202020204" charset="0"/>
              <a:cs typeface="Poppins" panose="020B0604020202020204" charset="0"/>
            </a:endParaRPr>
          </a:p>
        </p:txBody>
      </p:sp>
      <p:pic>
        <p:nvPicPr>
          <p:cNvPr id="3" name="Immagine 2">
            <a:extLst>
              <a:ext uri="{FF2B5EF4-FFF2-40B4-BE49-F238E27FC236}">
                <a16:creationId xmlns:a16="http://schemas.microsoft.com/office/drawing/2014/main" id="{CFD265EC-03B6-4CB8-A3C2-59E2FDEE8139}"/>
              </a:ext>
            </a:extLst>
          </p:cNvPr>
          <p:cNvPicPr>
            <a:picLocks noChangeAspect="1"/>
          </p:cNvPicPr>
          <p:nvPr/>
        </p:nvPicPr>
        <p:blipFill rotWithShape="1">
          <a:blip r:embed="rId3"/>
          <a:srcRect b="3950"/>
          <a:stretch/>
        </p:blipFill>
        <p:spPr>
          <a:xfrm>
            <a:off x="1487159" y="1035308"/>
            <a:ext cx="9217682" cy="5668448"/>
          </a:xfrm>
          <a:prstGeom prst="rect">
            <a:avLst/>
          </a:prstGeom>
        </p:spPr>
      </p:pic>
    </p:spTree>
    <p:extLst>
      <p:ext uri="{BB962C8B-B14F-4D97-AF65-F5344CB8AC3E}">
        <p14:creationId xmlns:p14="http://schemas.microsoft.com/office/powerpoint/2010/main" val="1420765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790199" y="408505"/>
            <a:ext cx="10372166" cy="954107"/>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BUSINESS MODEL CANVAS </a:t>
            </a:r>
          </a:p>
          <a:p>
            <a:pPr algn="just"/>
            <a:endParaRPr lang="it-IT" sz="1600" u="sng" dirty="0">
              <a:solidFill>
                <a:srgbClr val="0070C0"/>
              </a:solidFill>
              <a:latin typeface="Poppins" panose="020B0604020202020204" charset="0"/>
              <a:cs typeface="Poppins" panose="020B0604020202020204" charset="0"/>
            </a:endParaRPr>
          </a:p>
        </p:txBody>
      </p:sp>
      <p:pic>
        <p:nvPicPr>
          <p:cNvPr id="5" name="Immagine 4">
            <a:extLst>
              <a:ext uri="{FF2B5EF4-FFF2-40B4-BE49-F238E27FC236}">
                <a16:creationId xmlns:a16="http://schemas.microsoft.com/office/drawing/2014/main" id="{5D2DA2F8-368D-455D-8F16-7D9BA8E01FE1}"/>
              </a:ext>
            </a:extLst>
          </p:cNvPr>
          <p:cNvPicPr>
            <a:picLocks noChangeAspect="1"/>
          </p:cNvPicPr>
          <p:nvPr/>
        </p:nvPicPr>
        <p:blipFill rotWithShape="1">
          <a:blip r:embed="rId3"/>
          <a:srcRect t="11313" b="9535"/>
          <a:stretch/>
        </p:blipFill>
        <p:spPr>
          <a:xfrm>
            <a:off x="128220" y="1878676"/>
            <a:ext cx="11935559" cy="3591100"/>
          </a:xfrm>
          <a:prstGeom prst="rect">
            <a:avLst/>
          </a:prstGeom>
        </p:spPr>
      </p:pic>
    </p:spTree>
    <p:extLst>
      <p:ext uri="{BB962C8B-B14F-4D97-AF65-F5344CB8AC3E}">
        <p14:creationId xmlns:p14="http://schemas.microsoft.com/office/powerpoint/2010/main" val="3904326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790199" y="408505"/>
            <a:ext cx="10372166" cy="954107"/>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BUSINESS MODEL CANVAS </a:t>
            </a:r>
          </a:p>
          <a:p>
            <a:pPr algn="just"/>
            <a:endParaRPr lang="it-IT" sz="1600" u="sng" dirty="0">
              <a:solidFill>
                <a:srgbClr val="0070C0"/>
              </a:solidFill>
              <a:latin typeface="Poppins" panose="020B0604020202020204" charset="0"/>
              <a:cs typeface="Poppins" panose="020B0604020202020204" charset="0"/>
            </a:endParaRPr>
          </a:p>
        </p:txBody>
      </p:sp>
      <p:pic>
        <p:nvPicPr>
          <p:cNvPr id="3" name="Immagine 2">
            <a:extLst>
              <a:ext uri="{FF2B5EF4-FFF2-40B4-BE49-F238E27FC236}">
                <a16:creationId xmlns:a16="http://schemas.microsoft.com/office/drawing/2014/main" id="{E357315C-C13C-4A5F-9BA8-42EFD61C5ADC}"/>
              </a:ext>
            </a:extLst>
          </p:cNvPr>
          <p:cNvPicPr>
            <a:picLocks noChangeAspect="1"/>
          </p:cNvPicPr>
          <p:nvPr/>
        </p:nvPicPr>
        <p:blipFill rotWithShape="1">
          <a:blip r:embed="rId3"/>
          <a:srcRect l="1908" t="2879" b="3336"/>
          <a:stretch/>
        </p:blipFill>
        <p:spPr>
          <a:xfrm>
            <a:off x="322083" y="1389406"/>
            <a:ext cx="11261941" cy="4472247"/>
          </a:xfrm>
          <a:prstGeom prst="rect">
            <a:avLst/>
          </a:prstGeom>
        </p:spPr>
      </p:pic>
    </p:spTree>
    <p:extLst>
      <p:ext uri="{BB962C8B-B14F-4D97-AF65-F5344CB8AC3E}">
        <p14:creationId xmlns:p14="http://schemas.microsoft.com/office/powerpoint/2010/main" val="2311901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790199" y="408505"/>
            <a:ext cx="10372166" cy="954107"/>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BUSINESS MODEL CANVAS </a:t>
            </a:r>
          </a:p>
          <a:p>
            <a:pPr algn="just"/>
            <a:endParaRPr lang="it-IT" sz="1600" u="sng" dirty="0">
              <a:solidFill>
                <a:srgbClr val="0070C0"/>
              </a:solidFill>
              <a:latin typeface="Poppins" panose="020B0604020202020204" charset="0"/>
              <a:cs typeface="Poppins" panose="020B0604020202020204" charset="0"/>
            </a:endParaRPr>
          </a:p>
        </p:txBody>
      </p:sp>
      <p:pic>
        <p:nvPicPr>
          <p:cNvPr id="5" name="Immagine 4">
            <a:extLst>
              <a:ext uri="{FF2B5EF4-FFF2-40B4-BE49-F238E27FC236}">
                <a16:creationId xmlns:a16="http://schemas.microsoft.com/office/drawing/2014/main" id="{0AAF0B51-4EFF-42A9-BD2E-ADCC0E982B99}"/>
              </a:ext>
            </a:extLst>
          </p:cNvPr>
          <p:cNvPicPr>
            <a:picLocks noChangeAspect="1"/>
          </p:cNvPicPr>
          <p:nvPr/>
        </p:nvPicPr>
        <p:blipFill>
          <a:blip r:embed="rId3"/>
          <a:stretch>
            <a:fillRect/>
          </a:stretch>
        </p:blipFill>
        <p:spPr>
          <a:xfrm>
            <a:off x="239087" y="1362612"/>
            <a:ext cx="11474390" cy="5086883"/>
          </a:xfrm>
          <a:prstGeom prst="rect">
            <a:avLst/>
          </a:prstGeom>
        </p:spPr>
      </p:pic>
    </p:spTree>
    <p:extLst>
      <p:ext uri="{BB962C8B-B14F-4D97-AF65-F5344CB8AC3E}">
        <p14:creationId xmlns:p14="http://schemas.microsoft.com/office/powerpoint/2010/main" val="410151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790199" y="408505"/>
            <a:ext cx="10372166" cy="954107"/>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BUSINESS MODEL CANVAS </a:t>
            </a:r>
          </a:p>
          <a:p>
            <a:pPr algn="just"/>
            <a:endParaRPr lang="it-IT" sz="1600" u="sng" dirty="0">
              <a:solidFill>
                <a:srgbClr val="0070C0"/>
              </a:solidFill>
              <a:latin typeface="Poppins" panose="020B0604020202020204" charset="0"/>
              <a:cs typeface="Poppins" panose="020B0604020202020204" charset="0"/>
            </a:endParaRPr>
          </a:p>
        </p:txBody>
      </p:sp>
      <p:pic>
        <p:nvPicPr>
          <p:cNvPr id="3" name="Immagine 2">
            <a:extLst>
              <a:ext uri="{FF2B5EF4-FFF2-40B4-BE49-F238E27FC236}">
                <a16:creationId xmlns:a16="http://schemas.microsoft.com/office/drawing/2014/main" id="{F6C14553-B5FE-48B5-BE25-B0CB93A534B5}"/>
              </a:ext>
            </a:extLst>
          </p:cNvPr>
          <p:cNvPicPr>
            <a:picLocks noChangeAspect="1"/>
          </p:cNvPicPr>
          <p:nvPr/>
        </p:nvPicPr>
        <p:blipFill>
          <a:blip r:embed="rId3"/>
          <a:stretch>
            <a:fillRect/>
          </a:stretch>
        </p:blipFill>
        <p:spPr>
          <a:xfrm>
            <a:off x="338815" y="1362612"/>
            <a:ext cx="11514369" cy="4855308"/>
          </a:xfrm>
          <a:prstGeom prst="rect">
            <a:avLst/>
          </a:prstGeom>
        </p:spPr>
      </p:pic>
    </p:spTree>
    <p:extLst>
      <p:ext uri="{BB962C8B-B14F-4D97-AF65-F5344CB8AC3E}">
        <p14:creationId xmlns:p14="http://schemas.microsoft.com/office/powerpoint/2010/main" val="1263840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614884" y="0"/>
            <a:ext cx="10372166" cy="954107"/>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BUSINESS MODEL CANVAS - ESEMPI </a:t>
            </a:r>
          </a:p>
          <a:p>
            <a:pPr algn="just"/>
            <a:endParaRPr lang="it-IT" sz="1600" u="sng" dirty="0">
              <a:solidFill>
                <a:srgbClr val="0070C0"/>
              </a:solidFill>
              <a:latin typeface="Poppins" panose="020B0604020202020204" charset="0"/>
              <a:cs typeface="Poppins" panose="020B0604020202020204" charset="0"/>
            </a:endParaRPr>
          </a:p>
        </p:txBody>
      </p:sp>
      <p:pic>
        <p:nvPicPr>
          <p:cNvPr id="5" name="Immagine 4">
            <a:extLst>
              <a:ext uri="{FF2B5EF4-FFF2-40B4-BE49-F238E27FC236}">
                <a16:creationId xmlns:a16="http://schemas.microsoft.com/office/drawing/2014/main" id="{E1753CF2-4276-4A3D-A24A-B2054DB4D131}"/>
              </a:ext>
            </a:extLst>
          </p:cNvPr>
          <p:cNvPicPr>
            <a:picLocks noChangeAspect="1"/>
          </p:cNvPicPr>
          <p:nvPr/>
        </p:nvPicPr>
        <p:blipFill>
          <a:blip r:embed="rId2"/>
          <a:stretch>
            <a:fillRect/>
          </a:stretch>
        </p:blipFill>
        <p:spPr>
          <a:xfrm>
            <a:off x="559668" y="731521"/>
            <a:ext cx="11072664" cy="6076604"/>
          </a:xfrm>
          <a:prstGeom prst="rect">
            <a:avLst/>
          </a:prstGeom>
        </p:spPr>
      </p:pic>
    </p:spTree>
    <p:extLst>
      <p:ext uri="{BB962C8B-B14F-4D97-AF65-F5344CB8AC3E}">
        <p14:creationId xmlns:p14="http://schemas.microsoft.com/office/powerpoint/2010/main" val="2374728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614884" y="0"/>
            <a:ext cx="10372166" cy="954107"/>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BUSINESS MODEL CANVAS - ESEMPI </a:t>
            </a:r>
          </a:p>
          <a:p>
            <a:pPr algn="just"/>
            <a:endParaRPr lang="it-IT" sz="1600" u="sng" dirty="0">
              <a:solidFill>
                <a:srgbClr val="0070C0"/>
              </a:solidFill>
              <a:latin typeface="Poppins" panose="020B0604020202020204" charset="0"/>
              <a:cs typeface="Poppins" panose="020B0604020202020204" charset="0"/>
            </a:endParaRPr>
          </a:p>
        </p:txBody>
      </p:sp>
      <p:pic>
        <p:nvPicPr>
          <p:cNvPr id="3" name="Immagine 2">
            <a:extLst>
              <a:ext uri="{FF2B5EF4-FFF2-40B4-BE49-F238E27FC236}">
                <a16:creationId xmlns:a16="http://schemas.microsoft.com/office/drawing/2014/main" id="{894DDC45-32E8-4ED3-8F6E-3CE9EB8F032F}"/>
              </a:ext>
            </a:extLst>
          </p:cNvPr>
          <p:cNvPicPr>
            <a:picLocks noChangeAspect="1"/>
          </p:cNvPicPr>
          <p:nvPr/>
        </p:nvPicPr>
        <p:blipFill>
          <a:blip r:embed="rId2"/>
          <a:stretch>
            <a:fillRect/>
          </a:stretch>
        </p:blipFill>
        <p:spPr>
          <a:xfrm>
            <a:off x="650885" y="787471"/>
            <a:ext cx="10890229" cy="6070529"/>
          </a:xfrm>
          <a:prstGeom prst="rect">
            <a:avLst/>
          </a:prstGeom>
        </p:spPr>
      </p:pic>
    </p:spTree>
    <p:extLst>
      <p:ext uri="{BB962C8B-B14F-4D97-AF65-F5344CB8AC3E}">
        <p14:creationId xmlns:p14="http://schemas.microsoft.com/office/powerpoint/2010/main" val="1367276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614884" y="0"/>
            <a:ext cx="10372166" cy="954107"/>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BUSINESS MODEL CANVAS - ESEMPI </a:t>
            </a:r>
          </a:p>
          <a:p>
            <a:pPr algn="just"/>
            <a:endParaRPr lang="it-IT" sz="1600" u="sng" dirty="0">
              <a:solidFill>
                <a:srgbClr val="0070C0"/>
              </a:solidFill>
              <a:latin typeface="Poppins" panose="020B0604020202020204" charset="0"/>
              <a:cs typeface="Poppins" panose="020B0604020202020204" charset="0"/>
            </a:endParaRPr>
          </a:p>
        </p:txBody>
      </p:sp>
      <p:pic>
        <p:nvPicPr>
          <p:cNvPr id="5" name="Immagine 4">
            <a:extLst>
              <a:ext uri="{FF2B5EF4-FFF2-40B4-BE49-F238E27FC236}">
                <a16:creationId xmlns:a16="http://schemas.microsoft.com/office/drawing/2014/main" id="{4371220D-E554-4774-95A8-898A125B99AB}"/>
              </a:ext>
            </a:extLst>
          </p:cNvPr>
          <p:cNvPicPr>
            <a:picLocks noChangeAspect="1"/>
          </p:cNvPicPr>
          <p:nvPr/>
        </p:nvPicPr>
        <p:blipFill>
          <a:blip r:embed="rId2"/>
          <a:stretch>
            <a:fillRect/>
          </a:stretch>
        </p:blipFill>
        <p:spPr>
          <a:xfrm>
            <a:off x="642538" y="751372"/>
            <a:ext cx="10906923" cy="6006878"/>
          </a:xfrm>
          <a:prstGeom prst="rect">
            <a:avLst/>
          </a:prstGeom>
        </p:spPr>
      </p:pic>
    </p:spTree>
    <p:extLst>
      <p:ext uri="{BB962C8B-B14F-4D97-AF65-F5344CB8AC3E}">
        <p14:creationId xmlns:p14="http://schemas.microsoft.com/office/powerpoint/2010/main" val="215598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614884" y="0"/>
            <a:ext cx="10372166" cy="954107"/>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BUSINESS MODEL CANVAS - ESEMPI </a:t>
            </a:r>
          </a:p>
          <a:p>
            <a:pPr algn="just"/>
            <a:endParaRPr lang="it-IT" sz="1600" u="sng" dirty="0">
              <a:solidFill>
                <a:srgbClr val="0070C0"/>
              </a:solidFill>
              <a:latin typeface="Poppins" panose="020B0604020202020204" charset="0"/>
              <a:cs typeface="Poppins" panose="020B0604020202020204" charset="0"/>
            </a:endParaRPr>
          </a:p>
        </p:txBody>
      </p:sp>
      <p:pic>
        <p:nvPicPr>
          <p:cNvPr id="3" name="Immagine 2">
            <a:extLst>
              <a:ext uri="{FF2B5EF4-FFF2-40B4-BE49-F238E27FC236}">
                <a16:creationId xmlns:a16="http://schemas.microsoft.com/office/drawing/2014/main" id="{A310BA94-B429-4233-99CB-A76E75D5B66A}"/>
              </a:ext>
            </a:extLst>
          </p:cNvPr>
          <p:cNvPicPr>
            <a:picLocks noChangeAspect="1"/>
          </p:cNvPicPr>
          <p:nvPr/>
        </p:nvPicPr>
        <p:blipFill>
          <a:blip r:embed="rId2"/>
          <a:stretch>
            <a:fillRect/>
          </a:stretch>
        </p:blipFill>
        <p:spPr>
          <a:xfrm>
            <a:off x="589865" y="684646"/>
            <a:ext cx="11012270" cy="6140104"/>
          </a:xfrm>
          <a:prstGeom prst="rect">
            <a:avLst/>
          </a:prstGeom>
        </p:spPr>
      </p:pic>
    </p:spTree>
    <p:extLst>
      <p:ext uri="{BB962C8B-B14F-4D97-AF65-F5344CB8AC3E}">
        <p14:creationId xmlns:p14="http://schemas.microsoft.com/office/powerpoint/2010/main" val="2856213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909917" y="428178"/>
            <a:ext cx="10372166" cy="6001643"/>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PITCH</a:t>
            </a:r>
          </a:p>
          <a:p>
            <a:pPr algn="just"/>
            <a:endParaRPr lang="it-IT" sz="4000" b="1" u="sng"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Il pitch rappresenta il veicolo promozionale di un progetto innovativo d’impresa e deve contenere le informazioni utili per favorire una business idea. Dunque, si tratta di fornire – nell’ambito di pitching session o pitch </a:t>
            </a:r>
            <a:r>
              <a:rPr lang="it-IT" sz="3600" dirty="0" err="1">
                <a:solidFill>
                  <a:srgbClr val="0070C0"/>
                </a:solidFill>
                <a:latin typeface="Poppins" panose="020B0604020202020204" charset="0"/>
                <a:cs typeface="Poppins" panose="020B0604020202020204" charset="0"/>
              </a:rPr>
              <a:t>competition</a:t>
            </a:r>
            <a:r>
              <a:rPr lang="it-IT" sz="3600" dirty="0">
                <a:solidFill>
                  <a:srgbClr val="0070C0"/>
                </a:solidFill>
                <a:latin typeface="Poppins" panose="020B0604020202020204" charset="0"/>
                <a:cs typeface="Poppins" panose="020B0604020202020204" charset="0"/>
              </a:rPr>
              <a:t> che coinvolgono singoli individui, team, startup, aziende e, ovviamente, investitori – una serie di informazioni chiave sul progetto.</a:t>
            </a:r>
          </a:p>
          <a:p>
            <a:pPr algn="just"/>
            <a:endParaRPr lang="it-IT" sz="1600" u="sng"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7419163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909917" y="428178"/>
            <a:ext cx="10372166" cy="4093428"/>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PITCH</a:t>
            </a:r>
          </a:p>
          <a:p>
            <a:pPr algn="just"/>
            <a:endParaRPr lang="it-IT" sz="4000" b="1" u="sng"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Durante il pitch di una startup, le informazioni devono essere supportate da riferimenti alle fonti, devono essere comunicate in maniera chiara ed esauriente, fornendo le basi per valutare potenzialità e fattibilità del progetto.</a:t>
            </a:r>
            <a:endParaRPr lang="it-IT" sz="1600" u="sng"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448579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909917" y="428178"/>
            <a:ext cx="10372166" cy="5940088"/>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PITCH</a:t>
            </a:r>
          </a:p>
          <a:p>
            <a:pPr algn="just"/>
            <a:endParaRPr lang="it-IT" sz="4000" b="1" u="sng" dirty="0">
              <a:solidFill>
                <a:srgbClr val="0070C0"/>
              </a:solidFill>
              <a:latin typeface="Poppins" panose="020B0604020202020204" charset="0"/>
              <a:cs typeface="Poppins" panose="020B0604020202020204" charset="0"/>
            </a:endParaRPr>
          </a:p>
          <a:p>
            <a:pPr algn="just"/>
            <a:r>
              <a:rPr lang="it-IT" sz="2500" dirty="0">
                <a:solidFill>
                  <a:srgbClr val="0070C0"/>
                </a:solidFill>
                <a:latin typeface="Poppins" panose="020B0604020202020204" charset="0"/>
                <a:cs typeface="Poppins" panose="020B0604020202020204" charset="0"/>
              </a:rPr>
              <a:t>Gli elementi cardine del pitch perfetto per una start up sono costituiti dal presentare: il problema/necessità che l’idea di business vuole risolvere/soddisfare, il rapporto soluzione/prodotto, lo studio del team e degli investimenti necessari, l’aspetto legato ai competitor e al mercato di riferimento. E ancora, lo sviluppo del pitch non può prescindere da un modello di business (in che modo l’idea di business crea, distribuisce e cattura valore) e da una tabella di marcia (roadmap) che esplicita le attività e i passi fondamentali per la crescita del progetto imprenditoriale. Progetto che può essere illustrato nell’arco di due o tre minuti – in questo caso si parla di “</a:t>
            </a:r>
            <a:r>
              <a:rPr lang="it-IT" sz="2500" u="sng" dirty="0">
                <a:solidFill>
                  <a:srgbClr val="0070C0"/>
                </a:solidFill>
                <a:latin typeface="Poppins" panose="020B0604020202020204" charset="0"/>
                <a:cs typeface="Poppins" panose="020B0604020202020204" charset="0"/>
              </a:rPr>
              <a:t>elevator pitch</a:t>
            </a:r>
            <a:r>
              <a:rPr lang="it-IT" sz="2500" dirty="0">
                <a:solidFill>
                  <a:srgbClr val="0070C0"/>
                </a:solidFill>
                <a:latin typeface="Poppins" panose="020B0604020202020204" charset="0"/>
                <a:cs typeface="Poppins" panose="020B0604020202020204" charset="0"/>
              </a:rPr>
              <a:t>”, per catturare l’attenzione dell’interlocutore nel tempo tipico di una corsa in ascensore – oppure presentato in un contesto meno formale e più amichevole, come nel corso di un aperitivo (“pitch and drink”).</a:t>
            </a:r>
            <a:endParaRPr lang="it-IT" sz="2500" u="sng"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2235744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909917" y="428178"/>
            <a:ext cx="10372166" cy="5170646"/>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PITCH</a:t>
            </a:r>
          </a:p>
          <a:p>
            <a:pPr algn="just"/>
            <a:endParaRPr lang="it-IT" sz="4000" b="1" u="sng" dirty="0">
              <a:solidFill>
                <a:srgbClr val="0070C0"/>
              </a:solidFill>
              <a:latin typeface="Poppins" panose="020B0604020202020204" charset="0"/>
              <a:cs typeface="Poppins" panose="020B0604020202020204" charset="0"/>
            </a:endParaRPr>
          </a:p>
          <a:p>
            <a:pPr algn="just"/>
            <a:r>
              <a:rPr lang="it-IT" sz="2500" dirty="0">
                <a:solidFill>
                  <a:srgbClr val="0070C0"/>
                </a:solidFill>
                <a:latin typeface="Poppins" panose="020B0604020202020204" charset="0"/>
                <a:cs typeface="Poppins" panose="020B0604020202020204" charset="0"/>
              </a:rPr>
              <a:t>Letteralmente, come dice il nome (una presentazione nell’ascensore) l’elevator pitch è una breve descrizione della tua attività, come il trailer di un film, che può essere presentata durante una corsa media in ascensore di 10-30 secondi. La presentazione dovrebbe essere preparata in anticipo in modo che quando si presenterà l’occasione saprai esattamente cosa dire, perché “Non c’è una seconda occasione per fare una buona prima impressione” (cit. Oscar Wilde).</a:t>
            </a:r>
          </a:p>
          <a:p>
            <a:pPr algn="just"/>
            <a:endParaRPr lang="it-IT" sz="2500" dirty="0">
              <a:solidFill>
                <a:srgbClr val="0070C0"/>
              </a:solidFill>
              <a:latin typeface="Poppins" panose="020B0604020202020204" charset="0"/>
              <a:cs typeface="Poppins" panose="020B0604020202020204" charset="0"/>
            </a:endParaRPr>
          </a:p>
          <a:p>
            <a:pPr algn="just"/>
            <a:r>
              <a:rPr lang="it-IT" sz="2500" dirty="0">
                <a:solidFill>
                  <a:srgbClr val="0070C0"/>
                </a:solidFill>
                <a:latin typeface="Poppins" panose="020B0604020202020204" charset="0"/>
                <a:cs typeface="Poppins" panose="020B0604020202020204" charset="0"/>
              </a:rPr>
              <a:t>Puoi anche considerarlo come una dichiarazione di posizionamento. Inizia con chi aiuti, anche questo è importante da impostare per te stesso. Ora ti stanno ascoltando, quindi continua con cosa aiuterai il tuo target (prodotto/servizio).</a:t>
            </a:r>
            <a:endParaRPr lang="it-IT" sz="2500" u="sng"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2976473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909917" y="428178"/>
            <a:ext cx="10372166" cy="6309420"/>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PITCH – ESEMPI</a:t>
            </a:r>
          </a:p>
          <a:p>
            <a:pPr algn="just"/>
            <a:endParaRPr lang="it-IT" sz="2600" b="1" u="sng"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Il primo investitore esterno di Facebook nel 2004 è stato Peter </a:t>
            </a:r>
            <a:r>
              <a:rPr lang="it-IT" sz="3600" dirty="0" err="1">
                <a:solidFill>
                  <a:srgbClr val="0070C0"/>
                </a:solidFill>
                <a:latin typeface="Poppins" panose="020B0604020202020204" charset="0"/>
                <a:cs typeface="Poppins" panose="020B0604020202020204" charset="0"/>
              </a:rPr>
              <a:t>Thiel</a:t>
            </a:r>
            <a:r>
              <a:rPr lang="it-IT" sz="3600" dirty="0">
                <a:solidFill>
                  <a:srgbClr val="0070C0"/>
                </a:solidFill>
                <a:latin typeface="Poppins" panose="020B0604020202020204" charset="0"/>
                <a:cs typeface="Poppins" panose="020B0604020202020204" charset="0"/>
              </a:rPr>
              <a:t>, il miliardario venture </a:t>
            </a:r>
            <a:r>
              <a:rPr lang="it-IT" sz="3600" dirty="0" err="1">
                <a:solidFill>
                  <a:srgbClr val="0070C0"/>
                </a:solidFill>
                <a:latin typeface="Poppins" panose="020B0604020202020204" charset="0"/>
                <a:cs typeface="Poppins" panose="020B0604020202020204" charset="0"/>
              </a:rPr>
              <a:t>capitalist</a:t>
            </a:r>
            <a:r>
              <a:rPr lang="it-IT" sz="3600" dirty="0">
                <a:solidFill>
                  <a:srgbClr val="0070C0"/>
                </a:solidFill>
                <a:latin typeface="Poppins" panose="020B0604020202020204" charset="0"/>
                <a:cs typeface="Poppins" panose="020B0604020202020204" charset="0"/>
              </a:rPr>
              <a:t> e imprenditore. Mark Zuckerberg ricevette 500.000 dollari da Peter </a:t>
            </a:r>
            <a:r>
              <a:rPr lang="it-IT" sz="3600" dirty="0" err="1">
                <a:solidFill>
                  <a:srgbClr val="0070C0"/>
                </a:solidFill>
                <a:latin typeface="Poppins" panose="020B0604020202020204" charset="0"/>
                <a:cs typeface="Poppins" panose="020B0604020202020204" charset="0"/>
              </a:rPr>
              <a:t>Thiel</a:t>
            </a:r>
            <a:r>
              <a:rPr lang="it-IT" sz="3600" dirty="0">
                <a:solidFill>
                  <a:srgbClr val="0070C0"/>
                </a:solidFill>
                <a:latin typeface="Poppins" panose="020B0604020202020204" charset="0"/>
                <a:cs typeface="Poppins" panose="020B0604020202020204" charset="0"/>
              </a:rPr>
              <a:t> e da allora il suo progetto divenne una realtà solida.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Il pitch di Facebook contiene la proposta di valore dell’azienda, il focus sul traffico e il coinvolgimento degli utenti, e i servizi di marketing per le aziende.</a:t>
            </a:r>
            <a:endParaRPr lang="it-IT" sz="3600" u="sng"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971683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909917" y="428178"/>
            <a:ext cx="10372166" cy="4647426"/>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PITCH – ESEMPI</a:t>
            </a:r>
          </a:p>
          <a:p>
            <a:pPr algn="just"/>
            <a:endParaRPr lang="it-IT" sz="4000" b="1" u="sng"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LinkedIn è la principale piattaforma social network per il business, fondata nel 2002.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Il pitch di Linkedin parla dei valori aziendali, del potere del networking nell’ambito business e di come si differenzia l’azienda rispetto le altre.</a:t>
            </a:r>
            <a:endParaRPr lang="it-IT" sz="3600" u="sng"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25782977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909917" y="428178"/>
            <a:ext cx="10372166" cy="4647426"/>
          </a:xfrm>
          <a:prstGeom prst="rect">
            <a:avLst/>
          </a:prstGeom>
        </p:spPr>
        <p:txBody>
          <a:bodyPr wrap="square">
            <a:spAutoFit/>
          </a:bodyPr>
          <a:lstStyle/>
          <a:p>
            <a:pPr algn="just"/>
            <a:r>
              <a:rPr lang="it-IT" sz="4000" b="1" u="sng" dirty="0">
                <a:solidFill>
                  <a:srgbClr val="0070C0"/>
                </a:solidFill>
                <a:latin typeface="Poppins" panose="020B0604020202020204" charset="0"/>
                <a:cs typeface="Poppins" panose="020B0604020202020204" charset="0"/>
              </a:rPr>
              <a:t>PITCH – ESEMPI</a:t>
            </a:r>
          </a:p>
          <a:p>
            <a:pPr algn="just"/>
            <a:endParaRPr lang="it-IT" sz="4000" b="1" u="sng"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Il pitch di </a:t>
            </a:r>
            <a:r>
              <a:rPr lang="it-IT" sz="3600" dirty="0" err="1">
                <a:solidFill>
                  <a:srgbClr val="0070C0"/>
                </a:solidFill>
                <a:latin typeface="Poppins" panose="020B0604020202020204" charset="0"/>
                <a:cs typeface="Poppins" panose="020B0604020202020204" charset="0"/>
              </a:rPr>
              <a:t>Buzzfeed</a:t>
            </a:r>
            <a:r>
              <a:rPr lang="it-IT" sz="3600" dirty="0">
                <a:solidFill>
                  <a:srgbClr val="0070C0"/>
                </a:solidFill>
                <a:latin typeface="Poppins" panose="020B0604020202020204" charset="0"/>
                <a:cs typeface="Poppins" panose="020B0604020202020204" charset="0"/>
              </a:rPr>
              <a:t> utilizza colori vivaci ed elenchi puntati per attirare l’attenzione sul contenuto e renderlo più facile da ricordare.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Nella parte finale del pitch c’è anche una domanda volta a conquistare gli investitori.</a:t>
            </a:r>
            <a:endParaRPr lang="it-IT" sz="3600" u="sng"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7962402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909917" y="428178"/>
            <a:ext cx="10372166" cy="5693866"/>
          </a:xfrm>
          <a:prstGeom prst="rect">
            <a:avLst/>
          </a:prstGeom>
        </p:spPr>
        <p:txBody>
          <a:bodyPr wrap="square">
            <a:spAutoFit/>
          </a:bodyPr>
          <a:lstStyle/>
          <a:p>
            <a:pPr algn="just"/>
            <a:r>
              <a:rPr lang="it-IT" sz="2800" b="1" u="sng" dirty="0">
                <a:solidFill>
                  <a:srgbClr val="0070C0"/>
                </a:solidFill>
                <a:latin typeface="Poppins" panose="020B0604020202020204" charset="0"/>
                <a:cs typeface="Poppins" panose="020B0604020202020204" charset="0"/>
              </a:rPr>
              <a:t>BUSINESS PLAN E PITCH</a:t>
            </a:r>
          </a:p>
          <a:p>
            <a:pPr algn="just"/>
            <a:endParaRPr lang="it-IT" sz="2800" b="1" u="sng" dirty="0">
              <a:solidFill>
                <a:srgbClr val="0070C0"/>
              </a:solidFill>
              <a:latin typeface="Poppins" panose="020B0604020202020204" charset="0"/>
              <a:cs typeface="Poppins" panose="020B0604020202020204" charset="0"/>
            </a:endParaRPr>
          </a:p>
          <a:p>
            <a:pPr algn="just"/>
            <a:r>
              <a:rPr lang="it-IT" sz="2800" dirty="0">
                <a:solidFill>
                  <a:srgbClr val="0070C0"/>
                </a:solidFill>
                <a:latin typeface="Poppins" panose="020B0604020202020204" charset="0"/>
                <a:cs typeface="Poppins" panose="020B0604020202020204" charset="0"/>
              </a:rPr>
              <a:t>Un business plan è un documento che contiene una descrizione dettagliata della tua attività o del tuo progetto imprenditoriale. Il documento che rappresenta il business plan ha una lunghezza che varia tra le 10 e le 100 pagine. Per permettere la lettura di un documento di 100 pagine, devi mantenerlo semplice, ma ben strutturato.</a:t>
            </a:r>
          </a:p>
          <a:p>
            <a:pPr algn="just"/>
            <a:endParaRPr lang="it-IT" sz="2800" dirty="0">
              <a:solidFill>
                <a:srgbClr val="0070C0"/>
              </a:solidFill>
              <a:latin typeface="Poppins" panose="020B0604020202020204" charset="0"/>
              <a:cs typeface="Poppins" panose="020B0604020202020204" charset="0"/>
            </a:endParaRPr>
          </a:p>
          <a:p>
            <a:pPr algn="just"/>
            <a:r>
              <a:rPr lang="it-IT" sz="2800" dirty="0">
                <a:solidFill>
                  <a:srgbClr val="0070C0"/>
                </a:solidFill>
                <a:latin typeface="Poppins" panose="020B0604020202020204" charset="0"/>
                <a:cs typeface="Poppins" panose="020B0604020202020204" charset="0"/>
              </a:rPr>
              <a:t>Alla fine stai facendo il business plan per te, per riflettere la visione e la direzione che stai prendendo. Successivamente, l’obiettivo di un business plan è fornire agli investitori informazioni sulla tua azienda, per mostrare loro come intendi sviluppare il tuo progetto.</a:t>
            </a:r>
          </a:p>
        </p:txBody>
      </p:sp>
    </p:spTree>
    <p:extLst>
      <p:ext uri="{BB962C8B-B14F-4D97-AF65-F5344CB8AC3E}">
        <p14:creationId xmlns:p14="http://schemas.microsoft.com/office/powerpoint/2010/main" val="441124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909917" y="428178"/>
            <a:ext cx="10372166" cy="6124754"/>
          </a:xfrm>
          <a:prstGeom prst="rect">
            <a:avLst/>
          </a:prstGeom>
        </p:spPr>
        <p:txBody>
          <a:bodyPr wrap="square">
            <a:spAutoFit/>
          </a:bodyPr>
          <a:lstStyle/>
          <a:p>
            <a:pPr algn="just"/>
            <a:r>
              <a:rPr lang="it-IT" sz="2800" b="1" u="sng" dirty="0">
                <a:solidFill>
                  <a:srgbClr val="0070C0"/>
                </a:solidFill>
                <a:latin typeface="Poppins" panose="020B0604020202020204" charset="0"/>
                <a:cs typeface="Poppins" panose="020B0604020202020204" charset="0"/>
              </a:rPr>
              <a:t>BUSINESS PLAN E PITCH</a:t>
            </a:r>
          </a:p>
          <a:p>
            <a:pPr algn="just"/>
            <a:endParaRPr lang="it-IT" sz="2800" b="1" u="sng" dirty="0">
              <a:solidFill>
                <a:srgbClr val="0070C0"/>
              </a:solidFill>
              <a:latin typeface="Poppins" panose="020B0604020202020204" charset="0"/>
              <a:cs typeface="Poppins" panose="020B0604020202020204" charset="0"/>
            </a:endParaRPr>
          </a:p>
          <a:p>
            <a:pPr algn="just"/>
            <a:r>
              <a:rPr lang="it-IT" sz="2800" dirty="0">
                <a:solidFill>
                  <a:srgbClr val="0070C0"/>
                </a:solidFill>
                <a:latin typeface="Poppins" panose="020B0604020202020204" charset="0"/>
                <a:cs typeface="Poppins" panose="020B0604020202020204" charset="0"/>
              </a:rPr>
              <a:t>Un pitch deck è una presentazione che riassume il business plan e fornisce una panoramica dell’iniziativa imprenditoriale.</a:t>
            </a:r>
          </a:p>
          <a:p>
            <a:pPr algn="just"/>
            <a:r>
              <a:rPr lang="it-IT" sz="2800" dirty="0">
                <a:solidFill>
                  <a:srgbClr val="0070C0"/>
                </a:solidFill>
                <a:latin typeface="Poppins" panose="020B0604020202020204" charset="0"/>
                <a:cs typeface="Poppins" panose="020B0604020202020204" charset="0"/>
              </a:rPr>
              <a:t>La presentazione del pitch contiene 10-20 slide e dovrebbe includere tutte le informazioni richieste. </a:t>
            </a:r>
          </a:p>
          <a:p>
            <a:pPr algn="just"/>
            <a:endParaRPr lang="it-IT" sz="2800" dirty="0">
              <a:solidFill>
                <a:srgbClr val="0070C0"/>
              </a:solidFill>
              <a:latin typeface="Poppins" panose="020B0604020202020204" charset="0"/>
              <a:cs typeface="Poppins" panose="020B0604020202020204" charset="0"/>
            </a:endParaRPr>
          </a:p>
          <a:p>
            <a:pPr algn="just"/>
            <a:r>
              <a:rPr lang="it-IT" sz="2800" dirty="0">
                <a:solidFill>
                  <a:srgbClr val="0070C0"/>
                </a:solidFill>
                <a:latin typeface="Poppins" panose="020B0604020202020204" charset="0"/>
                <a:cs typeface="Poppins" panose="020B0604020202020204" charset="0"/>
              </a:rPr>
              <a:t>La struttura può variare da azienda ad azienda, ma deve comprendere i dettagli dell’azienda, il target di riferimento del prodotto/servizio, le dimensioni del mercato, il valore aggiunto.</a:t>
            </a:r>
          </a:p>
          <a:p>
            <a:pPr algn="just"/>
            <a:r>
              <a:rPr lang="it-IT" sz="2800" dirty="0">
                <a:solidFill>
                  <a:srgbClr val="0070C0"/>
                </a:solidFill>
                <a:latin typeface="Poppins" panose="020B0604020202020204" charset="0"/>
                <a:cs typeface="Poppins" panose="020B0604020202020204" charset="0"/>
              </a:rPr>
              <a:t>L’obiettivo del pitch è mostrare agli investitori dove sei, dove stai andando e, cosa più importante, organizzare un possibile incontro o iniziare una conversazione su un possibile finanziamento o l’entrata di un partner (business </a:t>
            </a:r>
            <a:r>
              <a:rPr lang="it-IT" sz="2800" dirty="0" err="1">
                <a:solidFill>
                  <a:srgbClr val="0070C0"/>
                </a:solidFill>
                <a:latin typeface="Poppins" panose="020B0604020202020204" charset="0"/>
                <a:cs typeface="Poppins" panose="020B0604020202020204" charset="0"/>
              </a:rPr>
              <a:t>angel</a:t>
            </a:r>
            <a:r>
              <a:rPr lang="it-IT" sz="2800" dirty="0">
                <a:solidFill>
                  <a:srgbClr val="0070C0"/>
                </a:solidFill>
                <a:latin typeface="Poppins" panose="020B0604020202020204" charset="0"/>
                <a:cs typeface="Poppins" panose="020B0604020202020204" charset="0"/>
              </a:rPr>
              <a:t>, venture capital) nella nuova startup.</a:t>
            </a:r>
          </a:p>
        </p:txBody>
      </p:sp>
    </p:spTree>
    <p:extLst>
      <p:ext uri="{BB962C8B-B14F-4D97-AF65-F5344CB8AC3E}">
        <p14:creationId xmlns:p14="http://schemas.microsoft.com/office/powerpoint/2010/main" val="189044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909917" y="428178"/>
            <a:ext cx="10372166" cy="954107"/>
          </a:xfrm>
          <a:prstGeom prst="rect">
            <a:avLst/>
          </a:prstGeom>
        </p:spPr>
        <p:txBody>
          <a:bodyPr wrap="square">
            <a:spAutoFit/>
          </a:bodyPr>
          <a:lstStyle/>
          <a:p>
            <a:pPr algn="just"/>
            <a:r>
              <a:rPr lang="it-IT" sz="2800" b="1" u="sng" dirty="0">
                <a:solidFill>
                  <a:srgbClr val="0070C0"/>
                </a:solidFill>
                <a:latin typeface="Poppins" panose="020B0604020202020204" charset="0"/>
                <a:cs typeface="Poppins" panose="020B0604020202020204" charset="0"/>
              </a:rPr>
              <a:t>BUSINESS PLAN E PITCH</a:t>
            </a:r>
          </a:p>
          <a:p>
            <a:pPr algn="just"/>
            <a:endParaRPr lang="it-IT" sz="2800" b="1" u="sng" dirty="0">
              <a:solidFill>
                <a:srgbClr val="0070C0"/>
              </a:solidFill>
              <a:latin typeface="Poppins" panose="020B0604020202020204" charset="0"/>
              <a:cs typeface="Poppins" panose="020B0604020202020204" charset="0"/>
            </a:endParaRPr>
          </a:p>
        </p:txBody>
      </p:sp>
      <p:sp>
        <p:nvSpPr>
          <p:cNvPr id="2" name="Ovale 1">
            <a:extLst>
              <a:ext uri="{FF2B5EF4-FFF2-40B4-BE49-F238E27FC236}">
                <a16:creationId xmlns:a16="http://schemas.microsoft.com/office/drawing/2014/main" id="{E2828D94-9191-41BB-A8CD-6DD9D71C7B38}"/>
              </a:ext>
            </a:extLst>
          </p:cNvPr>
          <p:cNvSpPr/>
          <p:nvPr/>
        </p:nvSpPr>
        <p:spPr>
          <a:xfrm>
            <a:off x="2133600" y="1382285"/>
            <a:ext cx="7924800" cy="46823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Ovale 2">
            <a:extLst>
              <a:ext uri="{FF2B5EF4-FFF2-40B4-BE49-F238E27FC236}">
                <a16:creationId xmlns:a16="http://schemas.microsoft.com/office/drawing/2014/main" id="{D9AB518B-C4AD-4709-9351-148914C0B6F9}"/>
              </a:ext>
            </a:extLst>
          </p:cNvPr>
          <p:cNvSpPr/>
          <p:nvPr/>
        </p:nvSpPr>
        <p:spPr>
          <a:xfrm>
            <a:off x="3718560" y="2540525"/>
            <a:ext cx="4734560" cy="275283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CasellaDiTesto 4">
            <a:extLst>
              <a:ext uri="{FF2B5EF4-FFF2-40B4-BE49-F238E27FC236}">
                <a16:creationId xmlns:a16="http://schemas.microsoft.com/office/drawing/2014/main" id="{BE50C894-9936-4A42-AF34-D57B65464ECB}"/>
              </a:ext>
            </a:extLst>
          </p:cNvPr>
          <p:cNvSpPr txBox="1"/>
          <p:nvPr/>
        </p:nvSpPr>
        <p:spPr>
          <a:xfrm>
            <a:off x="4368800" y="1789210"/>
            <a:ext cx="3190240" cy="584775"/>
          </a:xfrm>
          <a:prstGeom prst="rect">
            <a:avLst/>
          </a:prstGeom>
          <a:noFill/>
        </p:spPr>
        <p:txBody>
          <a:bodyPr wrap="square" rtlCol="0">
            <a:spAutoFit/>
          </a:bodyPr>
          <a:lstStyle/>
          <a:p>
            <a:pPr algn="ctr"/>
            <a:r>
              <a:rPr lang="it-IT" sz="3200" b="1" dirty="0">
                <a:solidFill>
                  <a:schemeClr val="bg1"/>
                </a:solidFill>
                <a:latin typeface="Poppins" panose="020B0604020202020204"/>
              </a:rPr>
              <a:t>BUSINESS PLAN</a:t>
            </a:r>
          </a:p>
        </p:txBody>
      </p:sp>
      <p:sp>
        <p:nvSpPr>
          <p:cNvPr id="6" name="CasellaDiTesto 5">
            <a:extLst>
              <a:ext uri="{FF2B5EF4-FFF2-40B4-BE49-F238E27FC236}">
                <a16:creationId xmlns:a16="http://schemas.microsoft.com/office/drawing/2014/main" id="{BCBC3272-C109-4514-9902-D76B1F89FE64}"/>
              </a:ext>
            </a:extLst>
          </p:cNvPr>
          <p:cNvSpPr txBox="1"/>
          <p:nvPr/>
        </p:nvSpPr>
        <p:spPr>
          <a:xfrm>
            <a:off x="4632960" y="3655332"/>
            <a:ext cx="2926080" cy="523220"/>
          </a:xfrm>
          <a:prstGeom prst="rect">
            <a:avLst/>
          </a:prstGeom>
          <a:noFill/>
        </p:spPr>
        <p:txBody>
          <a:bodyPr wrap="square" rtlCol="0">
            <a:spAutoFit/>
          </a:bodyPr>
          <a:lstStyle/>
          <a:p>
            <a:pPr algn="ctr"/>
            <a:r>
              <a:rPr lang="it-IT" sz="2800" b="1" dirty="0">
                <a:latin typeface="Poppins" panose="020B0604020202020204"/>
              </a:rPr>
              <a:t>ELEVATOR PITCH</a:t>
            </a:r>
          </a:p>
        </p:txBody>
      </p:sp>
    </p:spTree>
    <p:extLst>
      <p:ext uri="{BB962C8B-B14F-4D97-AF65-F5344CB8AC3E}">
        <p14:creationId xmlns:p14="http://schemas.microsoft.com/office/powerpoint/2010/main" val="2247308547"/>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EADD803C0F48442AB4649F39F36D470" ma:contentTypeVersion="3" ma:contentTypeDescription="Creare un nuovo documento." ma:contentTypeScope="" ma:versionID="d35b2196341eb729f5da875762150e16">
  <xsd:schema xmlns:xsd="http://www.w3.org/2001/XMLSchema" xmlns:xs="http://www.w3.org/2001/XMLSchema" xmlns:p="http://schemas.microsoft.com/office/2006/metadata/properties" xmlns:ns2="e77681ba-7771-496a-b5df-ee3e7b098b60" targetNamespace="http://schemas.microsoft.com/office/2006/metadata/properties" ma:root="true" ma:fieldsID="a7b6408fcc08daad0ede9d1b64b7a63e" ns2:_="">
    <xsd:import namespace="e77681ba-7771-496a-b5df-ee3e7b098b6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7681ba-7771-496a-b5df-ee3e7b098b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756D63C-5762-4EA5-8AC4-47A1E0BC3333}"/>
</file>

<file path=customXml/itemProps2.xml><?xml version="1.0" encoding="utf-8"?>
<ds:datastoreItem xmlns:ds="http://schemas.openxmlformats.org/officeDocument/2006/customXml" ds:itemID="{D403C936-2A55-446E-98C9-7E4B39F3F5C2}"/>
</file>

<file path=customXml/itemProps3.xml><?xml version="1.0" encoding="utf-8"?>
<ds:datastoreItem xmlns:ds="http://schemas.openxmlformats.org/officeDocument/2006/customXml" ds:itemID="{A8E5A259-4394-44E1-AACC-831A43E4DFB1}"/>
</file>

<file path=docProps/app.xml><?xml version="1.0" encoding="utf-8"?>
<Properties xmlns="http://schemas.openxmlformats.org/officeDocument/2006/extended-properties" xmlns:vt="http://schemas.openxmlformats.org/officeDocument/2006/docPropsVTypes">
  <TotalTime>3734</TotalTime>
  <Words>1091</Words>
  <Application>Microsoft Office PowerPoint</Application>
  <PresentationFormat>Widescreen</PresentationFormat>
  <Paragraphs>93</Paragraphs>
  <Slides>28</Slides>
  <Notes>14</Notes>
  <HiddenSlides>0</HiddenSlides>
  <MMClips>0</MMClips>
  <ScaleCrop>false</ScaleCrop>
  <HeadingPairs>
    <vt:vector size="6" baseType="variant">
      <vt:variant>
        <vt:lpstr>Caratteri utilizzati</vt:lpstr>
      </vt:variant>
      <vt:variant>
        <vt:i4>5</vt:i4>
      </vt:variant>
      <vt:variant>
        <vt:lpstr>Tema</vt:lpstr>
      </vt:variant>
      <vt:variant>
        <vt:i4>2</vt:i4>
      </vt:variant>
      <vt:variant>
        <vt:lpstr>Titoli diapositive</vt:lpstr>
      </vt:variant>
      <vt:variant>
        <vt:i4>28</vt:i4>
      </vt:variant>
    </vt:vector>
  </HeadingPairs>
  <TitlesOfParts>
    <vt:vector size="35" baseType="lpstr">
      <vt:lpstr>Arial</vt:lpstr>
      <vt:lpstr>Calibri</vt:lpstr>
      <vt:lpstr>Calibri Light</vt:lpstr>
      <vt:lpstr>Poppins</vt:lpstr>
      <vt:lpstr>Poppins SemiBold</vt:lpstr>
      <vt:lpstr>Tema di Office</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Piccirillo Giuseppe</dc:creator>
  <cp:lastModifiedBy>Piccirillo Giuseppe</cp:lastModifiedBy>
  <cp:revision>68</cp:revision>
  <dcterms:created xsi:type="dcterms:W3CDTF">2024-04-17T18:05:52Z</dcterms:created>
  <dcterms:modified xsi:type="dcterms:W3CDTF">2026-05-25T15:44:46Z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0x010100CEADD803C0F48442AB4649F39F36D470</vt:lpwstr>
  </property>
</Properties>
</file>